
<file path=[Content_Types].xml><?xml version="1.0" encoding="utf-8"?>
<Types xmlns="http://schemas.openxmlformats.org/package/2006/content-types">
  <Override PartName="/ppt/slides/slide6.xml" ContentType="application/vnd.openxmlformats-officedocument.presentationml.slide+xml"/>
  <Override PartName="/ppt/slides/slide29.xml" ContentType="application/vnd.openxmlformats-officedocument.presentationml.slide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4.xml" ContentType="application/vnd.openxmlformats-officedocument.presentationml.slide+xml"/>
  <Override PartName="/ppt/slides/slide18.xml" ContentType="application/vnd.openxmlformats-officedocument.presentationml.slide+xml"/>
  <Override PartName="/ppt/slides/slide27.xml" ContentType="application/vnd.openxmlformats-officedocument.presentationml.slide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0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  <Override PartName="/ppt/slides/slide5.xml" ContentType="application/vnd.openxmlformats-officedocument.presentationml.slide+xml"/>
  <Override PartName="/ppt/slides/slide19.xml" ContentType="application/vnd.openxmlformats-officedocument.presentationml.slide+xml"/>
  <Override PartName="/ppt/slides/slide28.xml" ContentType="application/vnd.openxmlformats-officedocument.presentationml.slide+xml"/>
  <Override PartName="/ppt/slideLayouts/slideLayout7.xml" ContentType="application/vnd.openxmlformats-officedocument.presentationml.slideLayout+xml"/>
  <Default Extension="png" ContentType="image/png"/>
  <Override PartName="/ppt/slides/slide3.xml" ContentType="application/vnd.openxmlformats-officedocument.presentationml.slide+xml"/>
  <Override PartName="/ppt/slides/slide17.xml" ContentType="application/vnd.openxmlformats-officedocument.presentationml.slide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slideLayouts/slideLayout5.xml" ContentType="application/vnd.openxmlformats-officedocument.presentationml.slideLayout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2"/>
  </p:notesMasterIdLst>
  <p:sldIdLst>
    <p:sldId id="256" r:id="rId2"/>
    <p:sldId id="258" r:id="rId3"/>
    <p:sldId id="287" r:id="rId4"/>
    <p:sldId id="288" r:id="rId5"/>
    <p:sldId id="289" r:id="rId6"/>
    <p:sldId id="290" r:id="rId7"/>
    <p:sldId id="301" r:id="rId8"/>
    <p:sldId id="291" r:id="rId9"/>
    <p:sldId id="292" r:id="rId10"/>
    <p:sldId id="298" r:id="rId11"/>
    <p:sldId id="294" r:id="rId12"/>
    <p:sldId id="295" r:id="rId13"/>
    <p:sldId id="296" r:id="rId14"/>
    <p:sldId id="297" r:id="rId15"/>
    <p:sldId id="300" r:id="rId16"/>
    <p:sldId id="257" r:id="rId17"/>
    <p:sldId id="278" r:id="rId18"/>
    <p:sldId id="280" r:id="rId19"/>
    <p:sldId id="299" r:id="rId20"/>
    <p:sldId id="281" r:id="rId21"/>
    <p:sldId id="302" r:id="rId22"/>
    <p:sldId id="282" r:id="rId23"/>
    <p:sldId id="303" r:id="rId24"/>
    <p:sldId id="304" r:id="rId25"/>
    <p:sldId id="308" r:id="rId26"/>
    <p:sldId id="284" r:id="rId27"/>
    <p:sldId id="305" r:id="rId28"/>
    <p:sldId id="306" r:id="rId29"/>
    <p:sldId id="285" r:id="rId30"/>
    <p:sldId id="286" r:id="rId31"/>
  </p:sldIdLst>
  <p:sldSz cx="18288000" cy="10287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xmlns="" val="0"/>
    </p:ext>
    <p:ext uri="{D31A062A-798A-4329-ABDD-BBA856620510}">
      <p14:defaultImageDpi xmlns:p14="http://schemas.microsoft.com/office/powerpoint/2010/main" xmlns="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showOutlineIcons="0">
    <p:restoredLeft sz="15588" autoAdjust="0"/>
    <p:restoredTop sz="94565" autoAdjust="0"/>
  </p:normalViewPr>
  <p:slideViewPr>
    <p:cSldViewPr>
      <p:cViewPr varScale="1">
        <p:scale>
          <a:sx n="45" d="100"/>
          <a:sy n="45" d="100"/>
        </p:scale>
        <p:origin x="-816" y="-11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6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13E43E4-E36A-4BE7-A81C-412D7332DDB8}" type="datetimeFigureOut">
              <a:rPr lang="ko-KR" altLang="en-US" smtClean="0"/>
              <a:t>2026-03-18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1F3D323-19D2-4C30-809B-28E7C211EC6C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3/18/2026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3/18/2026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3/18/2026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e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3/18/2026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6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7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6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8.png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3" name="Group 3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pic>
        <p:nvPicPr>
          <p:cNvPr id="4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21000" y="9283700"/>
            <a:ext cx="1905000" cy="228600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6200000">
            <a:off x="15392400" y="9283700"/>
            <a:ext cx="228600" cy="228600"/>
          </a:xfrm>
          <a:prstGeom prst="rect">
            <a:avLst/>
          </a:prstGeom>
        </p:spPr>
      </p:pic>
      <p:pic>
        <p:nvPicPr>
          <p:cNvPr id="6" name="Picture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9512300"/>
            <a:ext cx="16764000" cy="12700"/>
          </a:xfrm>
          <a:prstGeom prst="rect">
            <a:avLst/>
          </a:prstGeom>
        </p:spPr>
      </p:pic>
      <p:grpSp>
        <p:nvGrpSpPr>
          <p:cNvPr id="7" name="Group 7"/>
          <p:cNvGrpSpPr/>
          <p:nvPr/>
        </p:nvGrpSpPr>
        <p:grpSpPr>
          <a:xfrm>
            <a:off x="-1858530700" y="-1672678900"/>
            <a:ext cx="2147483647" cy="2147483647"/>
            <a:chOff x="0" y="0"/>
            <a:chExt cx="0" cy="0"/>
          </a:xfrm>
        </p:grpSpPr>
      </p:grpSp>
      <p:sp>
        <p:nvSpPr>
          <p:cNvPr id="11" name="TextBox 11"/>
          <p:cNvSpPr txBox="1"/>
          <p:nvPr/>
        </p:nvSpPr>
        <p:spPr>
          <a:xfrm>
            <a:off x="990600" y="3556000"/>
            <a:ext cx="16319500" cy="23114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algn="ctr">
              <a:lnSpc>
                <a:spcPct val="99600"/>
              </a:lnSpc>
            </a:pPr>
            <a:r>
              <a:rPr lang="ko-KR" altLang="en-US" sz="7000" dirty="0" smtClean="0">
                <a:solidFill>
                  <a:schemeClr val="bg1"/>
                </a:solidFill>
                <a:latin typeface="HY견고딕" pitchFamily="18" charset="-127"/>
                <a:ea typeface="HY견고딕" pitchFamily="18" charset="-127"/>
              </a:rPr>
              <a:t>스트레스 </a:t>
            </a:r>
            <a:r>
              <a:rPr lang="ko-KR" altLang="en-US" sz="7000" dirty="0" smtClean="0">
                <a:solidFill>
                  <a:schemeClr val="bg1"/>
                </a:solidFill>
                <a:latin typeface="HY견고딕" pitchFamily="18" charset="-127"/>
                <a:ea typeface="HY견고딕" pitchFamily="18" charset="-127"/>
              </a:rPr>
              <a:t>지수 예측 </a:t>
            </a:r>
          </a:p>
          <a:p>
            <a:pPr lvl="0" algn="ctr">
              <a:lnSpc>
                <a:spcPct val="99600"/>
              </a:lnSpc>
            </a:pPr>
            <a:r>
              <a:rPr lang="ko-KR" sz="7000" i="0" u="none" strike="noStrike" dirty="0" smtClean="0">
                <a:solidFill>
                  <a:schemeClr val="bg1"/>
                </a:solidFill>
                <a:latin typeface="HY견고딕" pitchFamily="18" charset="-127"/>
                <a:ea typeface="HY견고딕" pitchFamily="18" charset="-127"/>
              </a:rPr>
              <a:t>예측</a:t>
            </a:r>
            <a:r>
              <a:rPr lang="en-US" sz="7000" i="0" u="none" strike="noStrike" dirty="0" smtClean="0">
                <a:solidFill>
                  <a:schemeClr val="bg1"/>
                </a:solidFill>
                <a:latin typeface="HY견고딕" pitchFamily="18" charset="-127"/>
                <a:ea typeface="HY견고딕" pitchFamily="18" charset="-127"/>
              </a:rPr>
              <a:t> </a:t>
            </a:r>
            <a:r>
              <a:rPr lang="en-US" sz="7000" i="0" u="none" strike="noStrike" dirty="0">
                <a:solidFill>
                  <a:schemeClr val="bg1"/>
                </a:solidFill>
                <a:latin typeface="HY견고딕" pitchFamily="18" charset="-127"/>
                <a:ea typeface="HY견고딕" pitchFamily="18" charset="-127"/>
              </a:rPr>
              <a:t>AI </a:t>
            </a:r>
            <a:r>
              <a:rPr lang="ko-KR" sz="7000" i="0" u="none" strike="noStrike" dirty="0" err="1">
                <a:solidFill>
                  <a:schemeClr val="bg1"/>
                </a:solidFill>
                <a:latin typeface="HY견고딕" pitchFamily="18" charset="-127"/>
                <a:ea typeface="HY견고딕" pitchFamily="18" charset="-127"/>
              </a:rPr>
              <a:t>해커톤</a:t>
            </a:r>
            <a:endParaRPr lang="ko-KR" sz="7000" i="0" u="none" strike="noStrike" dirty="0">
              <a:solidFill>
                <a:schemeClr val="bg1"/>
              </a:solidFill>
              <a:latin typeface="HY견고딕" pitchFamily="18" charset="-127"/>
              <a:ea typeface="HY견고딕" pitchFamily="18" charset="-127"/>
            </a:endParaRPr>
          </a:p>
        </p:txBody>
      </p:sp>
      <p:sp>
        <p:nvSpPr>
          <p:cNvPr id="12" name="TextBox 12"/>
          <p:cNvSpPr txBox="1"/>
          <p:nvPr/>
        </p:nvSpPr>
        <p:spPr>
          <a:xfrm>
            <a:off x="12072958" y="6143632"/>
            <a:ext cx="4648200" cy="28067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07899"/>
              </a:lnSpc>
            </a:pPr>
            <a:endParaRPr>
              <a:solidFill>
                <a:schemeClr val="bg1"/>
              </a:solidFill>
              <a:latin typeface="HY견고딕" pitchFamily="18" charset="-127"/>
              <a:ea typeface="HY견고딕" pitchFamily="18" charset="-127"/>
            </a:endParaRPr>
          </a:p>
          <a:p>
            <a:pPr algn="ctr">
              <a:lnSpc>
                <a:spcPct val="107899"/>
              </a:lnSpc>
            </a:pPr>
            <a:r>
              <a:rPr lang="en-US" altLang="ko-KR" sz="2800" dirty="0" smtClean="0">
                <a:solidFill>
                  <a:schemeClr val="bg1"/>
                </a:solidFill>
                <a:latin typeface="HY견고딕" pitchFamily="18" charset="-127"/>
                <a:ea typeface="HY견고딕" pitchFamily="18" charset="-127"/>
              </a:rPr>
              <a:t>8</a:t>
            </a:r>
            <a:r>
              <a:rPr lang="ko-KR" altLang="en-US" sz="2800" dirty="0" smtClean="0">
                <a:solidFill>
                  <a:schemeClr val="bg1"/>
                </a:solidFill>
                <a:latin typeface="HY견고딕" pitchFamily="18" charset="-127"/>
                <a:ea typeface="HY견고딕" pitchFamily="18" charset="-127"/>
              </a:rPr>
              <a:t>조 </a:t>
            </a:r>
            <a:r>
              <a:rPr lang="ko-KR" altLang="en-US" sz="2800" dirty="0" err="1" smtClean="0">
                <a:solidFill>
                  <a:schemeClr val="bg1"/>
                </a:solidFill>
                <a:latin typeface="HY견고딕" pitchFamily="18" charset="-127"/>
                <a:ea typeface="HY견고딕" pitchFamily="18" charset="-127"/>
              </a:rPr>
              <a:t>달린다곽잡아</a:t>
            </a:r>
            <a:endParaRPr lang="en-US" altLang="ko-KR" sz="2800" dirty="0" smtClean="0">
              <a:solidFill>
                <a:schemeClr val="bg1"/>
              </a:solidFill>
              <a:latin typeface="HY견고딕" pitchFamily="18" charset="-127"/>
              <a:ea typeface="HY견고딕" pitchFamily="18" charset="-127"/>
            </a:endParaRPr>
          </a:p>
          <a:p>
            <a:pPr lvl="0" algn="ctr">
              <a:lnSpc>
                <a:spcPct val="107899"/>
              </a:lnSpc>
            </a:pPr>
            <a:endParaRPr lang="en-US" altLang="ko-KR" sz="2400" dirty="0" smtClean="0">
              <a:solidFill>
                <a:schemeClr val="bg1"/>
              </a:solidFill>
              <a:latin typeface="HY견고딕" pitchFamily="18" charset="-127"/>
              <a:ea typeface="HY견고딕" pitchFamily="18" charset="-127"/>
            </a:endParaRPr>
          </a:p>
          <a:p>
            <a:pPr lvl="0" algn="ctr">
              <a:lnSpc>
                <a:spcPct val="107899"/>
              </a:lnSpc>
            </a:pPr>
            <a:r>
              <a:rPr lang="en-US" altLang="ko-KR" sz="2400" dirty="0" smtClean="0">
                <a:solidFill>
                  <a:schemeClr val="bg1"/>
                </a:solidFill>
                <a:latin typeface="HY견고딕" pitchFamily="18" charset="-127"/>
                <a:ea typeface="HY견고딕" pitchFamily="18" charset="-127"/>
              </a:rPr>
              <a:t>AH_02_</a:t>
            </a:r>
            <a:r>
              <a:rPr lang="ko-KR" altLang="en-US" sz="2400" dirty="0" smtClean="0">
                <a:solidFill>
                  <a:schemeClr val="bg1"/>
                </a:solidFill>
                <a:latin typeface="HY견고딕" pitchFamily="18" charset="-127"/>
                <a:ea typeface="HY견고딕" pitchFamily="18" charset="-127"/>
              </a:rPr>
              <a:t>곽호준</a:t>
            </a:r>
            <a:endParaRPr lang="en-US" sz="2400" b="0" i="0" u="none" strike="noStrike" dirty="0">
              <a:solidFill>
                <a:schemeClr val="bg1"/>
              </a:solidFill>
              <a:latin typeface="HY견고딕" pitchFamily="18" charset="-127"/>
              <a:ea typeface="HY견고딕" pitchFamily="18" charset="-127"/>
            </a:endParaRPr>
          </a:p>
          <a:p>
            <a:pPr lvl="0" algn="ctr">
              <a:lnSpc>
                <a:spcPct val="107899"/>
              </a:lnSpc>
            </a:pPr>
            <a:r>
              <a:rPr lang="en-US" altLang="ko-KR" sz="2400" dirty="0" smtClean="0">
                <a:solidFill>
                  <a:schemeClr val="bg1"/>
                </a:solidFill>
                <a:latin typeface="HY견고딕" pitchFamily="18" charset="-127"/>
                <a:ea typeface="HY견고딕" pitchFamily="18" charset="-127"/>
              </a:rPr>
              <a:t>AH_02_ </a:t>
            </a:r>
            <a:r>
              <a:rPr lang="ko-KR" altLang="en-US" sz="2400" b="0" i="0" u="none" strike="noStrike" dirty="0" smtClean="0">
                <a:solidFill>
                  <a:schemeClr val="bg1"/>
                </a:solidFill>
                <a:latin typeface="HY견고딕" pitchFamily="18" charset="-127"/>
                <a:ea typeface="HY견고딕" pitchFamily="18" charset="-127"/>
              </a:rPr>
              <a:t>한지수</a:t>
            </a:r>
            <a:endParaRPr lang="en-US" altLang="ko-KR" sz="2400" b="0" i="0" u="none" strike="noStrike" dirty="0" smtClean="0">
              <a:solidFill>
                <a:schemeClr val="bg1"/>
              </a:solidFill>
              <a:latin typeface="HY견고딕" pitchFamily="18" charset="-127"/>
              <a:ea typeface="HY견고딕" pitchFamily="18" charset="-127"/>
            </a:endParaRPr>
          </a:p>
          <a:p>
            <a:pPr lvl="0" algn="ctr">
              <a:lnSpc>
                <a:spcPct val="107899"/>
              </a:lnSpc>
            </a:pPr>
            <a:r>
              <a:rPr lang="en-US" altLang="ko-KR" sz="2400" dirty="0" smtClean="0">
                <a:solidFill>
                  <a:schemeClr val="bg1"/>
                </a:solidFill>
                <a:latin typeface="HY견고딕" pitchFamily="18" charset="-127"/>
                <a:ea typeface="HY견고딕" pitchFamily="18" charset="-127"/>
              </a:rPr>
              <a:t>AH_02_ </a:t>
            </a:r>
            <a:r>
              <a:rPr lang="ko-KR" altLang="en-US" sz="2400" dirty="0" smtClean="0">
                <a:solidFill>
                  <a:schemeClr val="bg1"/>
                </a:solidFill>
                <a:latin typeface="HY견고딕" pitchFamily="18" charset="-127"/>
                <a:ea typeface="HY견고딕" pitchFamily="18" charset="-127"/>
              </a:rPr>
              <a:t>탁진선</a:t>
            </a:r>
            <a:endParaRPr lang="en-US" sz="2400" b="0" i="0" u="none" strike="noStrike" dirty="0" smtClean="0">
              <a:solidFill>
                <a:schemeClr val="bg1"/>
              </a:solidFill>
              <a:latin typeface="HY견고딕" pitchFamily="18" charset="-127"/>
              <a:ea typeface="HY견고딕" pitchFamily="18" charset="-127"/>
            </a:endParaRPr>
          </a:p>
          <a:p>
            <a:pPr lvl="0" algn="ctr">
              <a:lnSpc>
                <a:spcPct val="107899"/>
              </a:lnSpc>
            </a:pPr>
            <a:endParaRPr>
              <a:solidFill>
                <a:schemeClr val="bg1"/>
              </a:solidFill>
            </a:endParaRPr>
          </a:p>
        </p:txBody>
      </p:sp>
      <p:pic>
        <p:nvPicPr>
          <p:cNvPr id="14" name="Picture 8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139700" y="-127000"/>
            <a:ext cx="18567400" cy="1079500"/>
          </a:xfrm>
          <a:prstGeom prst="rect">
            <a:avLst/>
          </a:prstGeom>
        </p:spPr>
      </p:pic>
      <p:sp>
        <p:nvSpPr>
          <p:cNvPr id="15" name="TextBox 9"/>
          <p:cNvSpPr txBox="1"/>
          <p:nvPr/>
        </p:nvSpPr>
        <p:spPr>
          <a:xfrm>
            <a:off x="1130300" y="342900"/>
            <a:ext cx="2501900" cy="6731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ko-KR" sz="1900" b="0" i="0" u="none" strike="noStrike">
                <a:solidFill>
                  <a:srgbClr val="000000"/>
                </a:solidFill>
                <a:ea typeface="Pretendard Bold"/>
              </a:rPr>
              <a:t>오즈코딩스쿨</a:t>
            </a:r>
          </a:p>
          <a:p>
            <a:pPr lvl="0" algn="l">
              <a:lnSpc>
                <a:spcPct val="116199"/>
              </a:lnSpc>
            </a:pPr>
            <a:endParaRPr/>
          </a:p>
        </p:txBody>
      </p:sp>
      <p:pic>
        <p:nvPicPr>
          <p:cNvPr id="16" name="Picture 10"/>
          <p:cNvPicPr>
            <a:picLocks noChangeAspect="1"/>
          </p:cNvPicPr>
          <p:nvPr/>
        </p:nvPicPr>
        <p:blipFill>
          <a:blip r:embed="rId6" cstate="print"/>
          <a:stretch>
            <a:fillRect/>
          </a:stretch>
        </p:blipFill>
        <p:spPr>
          <a:xfrm>
            <a:off x="457200" y="228600"/>
            <a:ext cx="508000" cy="508000"/>
          </a:xfrm>
          <a:prstGeom prst="rect">
            <a:avLst/>
          </a:prstGeom>
          <a:effectLst>
            <a:outerShdw blurRad="2628" dist="47414" dir="2700000">
              <a:srgbClr val="000000">
                <a:alpha val="50000"/>
              </a:srgbClr>
            </a:outerShdw>
          </a:effec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1858530700" y="-1672678900"/>
            <a:ext cx="2147483647" cy="2147483647"/>
            <a:chOff x="0" y="0"/>
            <a:chExt cx="0" cy="0"/>
          </a:xfrm>
        </p:grpSpPr>
      </p:grpSp>
      <p:grpSp>
        <p:nvGrpSpPr>
          <p:cNvPr id="5" name="Group 5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6" name="Group 6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pic>
        <p:nvPicPr>
          <p:cNvPr id="7" name="Pictur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21000" y="9283700"/>
            <a:ext cx="1905000" cy="228600"/>
          </a:xfrm>
          <a:prstGeom prst="rect">
            <a:avLst/>
          </a:prstGeom>
        </p:spPr>
      </p:pic>
      <p:pic>
        <p:nvPicPr>
          <p:cNvPr id="8" name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6200000">
            <a:off x="15392400" y="9283700"/>
            <a:ext cx="228600" cy="2286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9512300"/>
            <a:ext cx="16764000" cy="12700"/>
          </a:xfrm>
          <a:prstGeom prst="rect">
            <a:avLst/>
          </a:prstGeom>
        </p:spPr>
      </p:pic>
      <p:sp>
        <p:nvSpPr>
          <p:cNvPr id="11" name="TextBox 11"/>
          <p:cNvSpPr txBox="1"/>
          <p:nvPr/>
        </p:nvSpPr>
        <p:spPr>
          <a:xfrm>
            <a:off x="5500662" y="4648200"/>
            <a:ext cx="8643998" cy="10668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ko-KR" sz="6000" b="0" i="0" u="none" strike="noStrike" dirty="0">
                <a:solidFill>
                  <a:schemeClr val="bg1"/>
                </a:solidFill>
                <a:latin typeface="HY견고딕" pitchFamily="18" charset="-127"/>
                <a:ea typeface="HY견고딕" pitchFamily="18" charset="-127"/>
              </a:rPr>
              <a:t>데이터</a:t>
            </a:r>
            <a:r>
              <a:rPr lang="en-US" sz="6000" b="0" i="0" u="none" strike="noStrike" dirty="0">
                <a:solidFill>
                  <a:schemeClr val="bg1"/>
                </a:solidFill>
                <a:latin typeface="HY견고딕" pitchFamily="18" charset="-127"/>
                <a:ea typeface="HY견고딕" pitchFamily="18" charset="-127"/>
              </a:rPr>
              <a:t> </a:t>
            </a:r>
            <a:r>
              <a:rPr lang="ko-KR" sz="6000" b="0" i="0" u="none" strike="noStrike" dirty="0">
                <a:solidFill>
                  <a:schemeClr val="bg1"/>
                </a:solidFill>
                <a:latin typeface="HY견고딕" pitchFamily="18" charset="-127"/>
                <a:ea typeface="HY견고딕" pitchFamily="18" charset="-127"/>
              </a:rPr>
              <a:t>탐색</a:t>
            </a:r>
            <a:r>
              <a:rPr lang="en-US" sz="6000" b="0" i="0" u="none" strike="noStrike" dirty="0">
                <a:solidFill>
                  <a:schemeClr val="bg1"/>
                </a:solidFill>
                <a:latin typeface="HY견고딕" pitchFamily="18" charset="-127"/>
                <a:ea typeface="HY견고딕" pitchFamily="18" charset="-127"/>
              </a:rPr>
              <a:t> (EDA)</a:t>
            </a:r>
          </a:p>
        </p:txBody>
      </p:sp>
      <p:pic>
        <p:nvPicPr>
          <p:cNvPr id="15" name="Picture 8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139700" y="-127000"/>
            <a:ext cx="18567400" cy="1079500"/>
          </a:xfrm>
          <a:prstGeom prst="rect">
            <a:avLst/>
          </a:prstGeom>
        </p:spPr>
      </p:pic>
      <p:sp>
        <p:nvSpPr>
          <p:cNvPr id="16" name="TextBox 9"/>
          <p:cNvSpPr txBox="1"/>
          <p:nvPr/>
        </p:nvSpPr>
        <p:spPr>
          <a:xfrm>
            <a:off x="1130300" y="342900"/>
            <a:ext cx="2501900" cy="6731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ko-KR" sz="1900" b="0" i="0" u="none" strike="noStrike">
                <a:solidFill>
                  <a:srgbClr val="000000"/>
                </a:solidFill>
                <a:ea typeface="Pretendard Bold"/>
              </a:rPr>
              <a:t>오즈코딩스쿨</a:t>
            </a:r>
          </a:p>
          <a:p>
            <a:pPr lvl="0" algn="l">
              <a:lnSpc>
                <a:spcPct val="116199"/>
              </a:lnSpc>
            </a:pPr>
            <a:endParaRPr/>
          </a:p>
        </p:txBody>
      </p:sp>
      <p:pic>
        <p:nvPicPr>
          <p:cNvPr id="17" name="Picture 10"/>
          <p:cNvPicPr>
            <a:picLocks noChangeAspect="1"/>
          </p:cNvPicPr>
          <p:nvPr/>
        </p:nvPicPr>
        <p:blipFill>
          <a:blip r:embed="rId6" cstate="print"/>
          <a:stretch>
            <a:fillRect/>
          </a:stretch>
        </p:blipFill>
        <p:spPr>
          <a:xfrm>
            <a:off x="457200" y="228600"/>
            <a:ext cx="508000" cy="508000"/>
          </a:xfrm>
          <a:prstGeom prst="rect">
            <a:avLst/>
          </a:prstGeom>
          <a:effectLst>
            <a:outerShdw blurRad="2628" dist="47414" dir="2700000">
              <a:srgbClr val="000000">
                <a:alpha val="50000"/>
              </a:srgbClr>
            </a:outerShdw>
          </a:effectLst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1858530700" y="-1672678900"/>
            <a:ext cx="2147483647" cy="2147483647"/>
            <a:chOff x="0" y="0"/>
            <a:chExt cx="0" cy="0"/>
          </a:xfrm>
        </p:grpSpPr>
      </p:grpSp>
      <p:grpSp>
        <p:nvGrpSpPr>
          <p:cNvPr id="5" name="Group 5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6" name="Group 6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pic>
        <p:nvPicPr>
          <p:cNvPr id="7" name="Pictur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21000" y="9283700"/>
            <a:ext cx="1905000" cy="228600"/>
          </a:xfrm>
          <a:prstGeom prst="rect">
            <a:avLst/>
          </a:prstGeom>
        </p:spPr>
      </p:pic>
      <p:pic>
        <p:nvPicPr>
          <p:cNvPr id="8" name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6200000">
            <a:off x="15392400" y="9283700"/>
            <a:ext cx="228600" cy="2286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9512300"/>
            <a:ext cx="16764000" cy="12700"/>
          </a:xfrm>
          <a:prstGeom prst="rect">
            <a:avLst/>
          </a:prstGeom>
        </p:spPr>
      </p:pic>
      <p:sp>
        <p:nvSpPr>
          <p:cNvPr id="11" name="TextBox 11"/>
          <p:cNvSpPr txBox="1"/>
          <p:nvPr/>
        </p:nvSpPr>
        <p:spPr>
          <a:xfrm>
            <a:off x="11287140" y="8501086"/>
            <a:ext cx="6502400" cy="7112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ko-KR" sz="4000" b="0" i="0" u="none" strike="noStrike" dirty="0" err="1">
                <a:solidFill>
                  <a:schemeClr val="bg1"/>
                </a:solidFill>
                <a:latin typeface="+mj-ea"/>
                <a:ea typeface="+mj-ea"/>
              </a:rPr>
              <a:t>데이터셋</a:t>
            </a:r>
            <a:r>
              <a:rPr lang="en-US" sz="4000" b="0" i="0" u="none" strike="noStrike" dirty="0">
                <a:solidFill>
                  <a:schemeClr val="bg1"/>
                </a:solidFill>
                <a:latin typeface="+mj-ea"/>
                <a:ea typeface="+mj-ea"/>
              </a:rPr>
              <a:t> </a:t>
            </a:r>
            <a:r>
              <a:rPr lang="ko-KR" sz="4000" b="0" i="0" u="none" strike="noStrike" dirty="0">
                <a:solidFill>
                  <a:schemeClr val="bg1"/>
                </a:solidFill>
                <a:latin typeface="+mj-ea"/>
                <a:ea typeface="+mj-ea"/>
              </a:rPr>
              <a:t>구조</a:t>
            </a:r>
            <a:r>
              <a:rPr lang="en-US" sz="4000" b="0" i="0" u="none" strike="noStrike" dirty="0">
                <a:solidFill>
                  <a:schemeClr val="bg1"/>
                </a:solidFill>
                <a:latin typeface="+mj-ea"/>
                <a:ea typeface="+mj-ea"/>
              </a:rPr>
              <a:t> </a:t>
            </a:r>
            <a:r>
              <a:rPr lang="ko-KR" sz="4000" b="0" i="0" u="none" strike="noStrike" dirty="0">
                <a:solidFill>
                  <a:schemeClr val="bg1"/>
                </a:solidFill>
                <a:latin typeface="+mj-ea"/>
                <a:ea typeface="+mj-ea"/>
              </a:rPr>
              <a:t>및</a:t>
            </a:r>
            <a:r>
              <a:rPr lang="en-US" sz="4000" b="0" i="0" u="none" strike="noStrike" dirty="0">
                <a:solidFill>
                  <a:schemeClr val="bg1"/>
                </a:solidFill>
                <a:latin typeface="+mj-ea"/>
                <a:ea typeface="+mj-ea"/>
              </a:rPr>
              <a:t> </a:t>
            </a:r>
            <a:r>
              <a:rPr lang="ko-KR" sz="4000" b="0" i="0" u="none" strike="noStrike" dirty="0">
                <a:solidFill>
                  <a:schemeClr val="bg1"/>
                </a:solidFill>
                <a:latin typeface="+mj-ea"/>
                <a:ea typeface="+mj-ea"/>
              </a:rPr>
              <a:t>변수</a:t>
            </a:r>
            <a:r>
              <a:rPr lang="en-US" sz="4000" b="0" i="0" u="none" strike="noStrike" dirty="0">
                <a:solidFill>
                  <a:schemeClr val="bg1"/>
                </a:solidFill>
                <a:latin typeface="+mj-ea"/>
                <a:ea typeface="+mj-ea"/>
              </a:rPr>
              <a:t> </a:t>
            </a:r>
            <a:r>
              <a:rPr lang="ko-KR" sz="4000" b="0" i="0" u="none" strike="noStrike" dirty="0">
                <a:solidFill>
                  <a:schemeClr val="bg1"/>
                </a:solidFill>
                <a:latin typeface="+mj-ea"/>
                <a:ea typeface="+mj-ea"/>
              </a:rPr>
              <a:t>확인</a:t>
            </a:r>
          </a:p>
        </p:txBody>
      </p:sp>
      <p:pic>
        <p:nvPicPr>
          <p:cNvPr id="13" name="그림 12" descr="히스토그램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14382" y="928658"/>
            <a:ext cx="8715436" cy="8501122"/>
          </a:xfrm>
          <a:prstGeom prst="rect">
            <a:avLst/>
          </a:prstGeom>
        </p:spPr>
      </p:pic>
      <p:pic>
        <p:nvPicPr>
          <p:cNvPr id="17" name="Picture 8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139700" y="-127000"/>
            <a:ext cx="18567400" cy="1079500"/>
          </a:xfrm>
          <a:prstGeom prst="rect">
            <a:avLst/>
          </a:prstGeom>
        </p:spPr>
      </p:pic>
      <p:sp>
        <p:nvSpPr>
          <p:cNvPr id="18" name="TextBox 9"/>
          <p:cNvSpPr txBox="1"/>
          <p:nvPr/>
        </p:nvSpPr>
        <p:spPr>
          <a:xfrm>
            <a:off x="1130300" y="342900"/>
            <a:ext cx="2501900" cy="6731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ko-KR" sz="1900" b="0" i="0" u="none" strike="noStrike">
                <a:solidFill>
                  <a:srgbClr val="000000"/>
                </a:solidFill>
                <a:ea typeface="Pretendard Bold"/>
              </a:rPr>
              <a:t>오즈코딩스쿨</a:t>
            </a:r>
          </a:p>
          <a:p>
            <a:pPr lvl="0" algn="l">
              <a:lnSpc>
                <a:spcPct val="116199"/>
              </a:lnSpc>
            </a:pPr>
            <a:endParaRPr/>
          </a:p>
        </p:txBody>
      </p:sp>
      <p:pic>
        <p:nvPicPr>
          <p:cNvPr id="19" name="Picture 10"/>
          <p:cNvPicPr>
            <a:picLocks noChangeAspect="1"/>
          </p:cNvPicPr>
          <p:nvPr/>
        </p:nvPicPr>
        <p:blipFill>
          <a:blip r:embed="rId7" cstate="print"/>
          <a:stretch>
            <a:fillRect/>
          </a:stretch>
        </p:blipFill>
        <p:spPr>
          <a:xfrm>
            <a:off x="457200" y="228600"/>
            <a:ext cx="508000" cy="508000"/>
          </a:xfrm>
          <a:prstGeom prst="rect">
            <a:avLst/>
          </a:prstGeom>
          <a:effectLst>
            <a:outerShdw blurRad="2628" dist="47414" dir="2700000">
              <a:srgbClr val="000000">
                <a:alpha val="50000"/>
              </a:srgbClr>
            </a:outerShdw>
          </a:effectLst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1858530700" y="-1672678900"/>
            <a:ext cx="2147483647" cy="2147483647"/>
            <a:chOff x="0" y="0"/>
            <a:chExt cx="0" cy="0"/>
          </a:xfrm>
        </p:grpSpPr>
      </p:grpSp>
      <p:grpSp>
        <p:nvGrpSpPr>
          <p:cNvPr id="5" name="Group 5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6" name="Group 6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pic>
        <p:nvPicPr>
          <p:cNvPr id="7" name="Pictur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21000" y="9283700"/>
            <a:ext cx="1905000" cy="228600"/>
          </a:xfrm>
          <a:prstGeom prst="rect">
            <a:avLst/>
          </a:prstGeom>
        </p:spPr>
      </p:pic>
      <p:pic>
        <p:nvPicPr>
          <p:cNvPr id="8" name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6200000">
            <a:off x="15392400" y="9283700"/>
            <a:ext cx="228600" cy="2286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9512300"/>
            <a:ext cx="16764000" cy="12700"/>
          </a:xfrm>
          <a:prstGeom prst="rect">
            <a:avLst/>
          </a:prstGeom>
        </p:spPr>
      </p:pic>
      <p:sp>
        <p:nvSpPr>
          <p:cNvPr id="11" name="TextBox 11"/>
          <p:cNvSpPr txBox="1"/>
          <p:nvPr/>
        </p:nvSpPr>
        <p:spPr>
          <a:xfrm>
            <a:off x="762000" y="1727200"/>
            <a:ext cx="4310034" cy="7112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ko-KR" sz="4000" b="1" i="0" u="none" strike="noStrike" dirty="0">
                <a:solidFill>
                  <a:schemeClr val="bg1"/>
                </a:solidFill>
                <a:ea typeface="Pretendard Bold"/>
              </a:rPr>
              <a:t>타깃</a:t>
            </a:r>
            <a:r>
              <a:rPr lang="en-US" sz="4000" b="1" i="0" u="none" strike="noStrike" dirty="0">
                <a:solidFill>
                  <a:schemeClr val="bg1"/>
                </a:solidFill>
                <a:latin typeface="Pretendard Bold"/>
              </a:rPr>
              <a:t> </a:t>
            </a:r>
            <a:r>
              <a:rPr lang="ko-KR" sz="4000" b="1" i="0" u="none" strike="noStrike" dirty="0">
                <a:solidFill>
                  <a:schemeClr val="bg1"/>
                </a:solidFill>
                <a:ea typeface="Pretendard Bold"/>
              </a:rPr>
              <a:t>분포</a:t>
            </a:r>
            <a:r>
              <a:rPr lang="en-US" sz="4000" b="1" i="0" u="none" strike="noStrike" dirty="0">
                <a:solidFill>
                  <a:schemeClr val="bg1"/>
                </a:solidFill>
                <a:latin typeface="Pretendard Bold"/>
              </a:rPr>
              <a:t> </a:t>
            </a:r>
            <a:r>
              <a:rPr lang="ko-KR" sz="4000" b="1" i="0" u="none" strike="noStrike" dirty="0">
                <a:solidFill>
                  <a:schemeClr val="bg1"/>
                </a:solidFill>
                <a:latin typeface="HY견고딕" pitchFamily="18" charset="-127"/>
                <a:ea typeface="HY견고딕" pitchFamily="18" charset="-127"/>
              </a:rPr>
              <a:t>확인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00266" y="2857484"/>
            <a:ext cx="12858840" cy="50783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 smtClean="0">
                <a:solidFill>
                  <a:schemeClr val="bg1"/>
                </a:solidFill>
                <a:latin typeface="+mn-ea"/>
              </a:rPr>
              <a:t>ID: 3000 </a:t>
            </a:r>
            <a:r>
              <a:rPr lang="en-US" sz="3600" dirty="0" smtClean="0">
                <a:solidFill>
                  <a:schemeClr val="bg1"/>
                </a:solidFill>
                <a:latin typeface="+mn-ea"/>
              </a:rPr>
              <a:t>categories</a:t>
            </a:r>
          </a:p>
          <a:p>
            <a:endParaRPr lang="en-US" sz="3600" dirty="0" smtClean="0">
              <a:solidFill>
                <a:schemeClr val="bg1"/>
              </a:solidFill>
              <a:latin typeface="+mn-ea"/>
            </a:endParaRPr>
          </a:p>
          <a:p>
            <a:r>
              <a:rPr lang="en-US" sz="3600" dirty="0" smtClean="0">
                <a:solidFill>
                  <a:schemeClr val="bg1"/>
                </a:solidFill>
                <a:latin typeface="+mn-ea"/>
              </a:rPr>
              <a:t> </a:t>
            </a:r>
            <a:r>
              <a:rPr lang="en-US" sz="3600" dirty="0" smtClean="0">
                <a:solidFill>
                  <a:schemeClr val="bg1"/>
                </a:solidFill>
                <a:latin typeface="+mn-ea"/>
              </a:rPr>
              <a:t>gender: 2 categories </a:t>
            </a:r>
            <a:endParaRPr lang="en-US" sz="3600" dirty="0" smtClean="0">
              <a:solidFill>
                <a:schemeClr val="bg1"/>
              </a:solidFill>
              <a:latin typeface="+mn-ea"/>
            </a:endParaRPr>
          </a:p>
          <a:p>
            <a:r>
              <a:rPr lang="en-US" sz="3600" dirty="0" smtClean="0">
                <a:solidFill>
                  <a:schemeClr val="bg1"/>
                </a:solidFill>
                <a:latin typeface="+mn-ea"/>
              </a:rPr>
              <a:t>activity</a:t>
            </a:r>
            <a:r>
              <a:rPr lang="en-US" sz="3600" dirty="0" smtClean="0">
                <a:solidFill>
                  <a:schemeClr val="bg1"/>
                </a:solidFill>
                <a:latin typeface="+mn-ea"/>
              </a:rPr>
              <a:t>: 3 categories </a:t>
            </a:r>
            <a:endParaRPr lang="en-US" sz="3600" dirty="0" smtClean="0">
              <a:solidFill>
                <a:schemeClr val="bg1"/>
              </a:solidFill>
              <a:latin typeface="+mn-ea"/>
            </a:endParaRPr>
          </a:p>
          <a:p>
            <a:r>
              <a:rPr lang="en-US" sz="3600" dirty="0" err="1" smtClean="0">
                <a:solidFill>
                  <a:schemeClr val="bg1"/>
                </a:solidFill>
                <a:latin typeface="+mn-ea"/>
              </a:rPr>
              <a:t>smoke_status</a:t>
            </a:r>
            <a:r>
              <a:rPr lang="en-US" sz="3600" dirty="0" smtClean="0">
                <a:solidFill>
                  <a:schemeClr val="bg1"/>
                </a:solidFill>
                <a:latin typeface="+mn-ea"/>
              </a:rPr>
              <a:t>: 3 categories </a:t>
            </a:r>
            <a:endParaRPr lang="en-US" sz="3600" dirty="0" smtClean="0">
              <a:solidFill>
                <a:schemeClr val="bg1"/>
              </a:solidFill>
              <a:latin typeface="+mn-ea"/>
            </a:endParaRPr>
          </a:p>
          <a:p>
            <a:r>
              <a:rPr lang="en-US" sz="3600" dirty="0" err="1" smtClean="0">
                <a:solidFill>
                  <a:schemeClr val="bg1"/>
                </a:solidFill>
                <a:latin typeface="+mn-ea"/>
              </a:rPr>
              <a:t>medical_history</a:t>
            </a:r>
            <a:r>
              <a:rPr lang="en-US" sz="3600" dirty="0" smtClean="0">
                <a:solidFill>
                  <a:schemeClr val="bg1"/>
                </a:solidFill>
                <a:latin typeface="+mn-ea"/>
              </a:rPr>
              <a:t>: 3 categories </a:t>
            </a:r>
            <a:endParaRPr lang="en-US" sz="3600" dirty="0" smtClean="0">
              <a:solidFill>
                <a:schemeClr val="bg1"/>
              </a:solidFill>
              <a:latin typeface="+mn-ea"/>
            </a:endParaRPr>
          </a:p>
          <a:p>
            <a:r>
              <a:rPr lang="en-US" sz="3600" dirty="0" err="1" smtClean="0">
                <a:solidFill>
                  <a:schemeClr val="bg1"/>
                </a:solidFill>
                <a:latin typeface="+mn-ea"/>
              </a:rPr>
              <a:t>family_medical_history</a:t>
            </a:r>
            <a:r>
              <a:rPr lang="en-US" sz="3600" dirty="0" smtClean="0">
                <a:solidFill>
                  <a:schemeClr val="bg1"/>
                </a:solidFill>
                <a:latin typeface="+mn-ea"/>
              </a:rPr>
              <a:t>: 3 categories </a:t>
            </a:r>
            <a:endParaRPr lang="en-US" sz="3600" dirty="0" smtClean="0">
              <a:solidFill>
                <a:schemeClr val="bg1"/>
              </a:solidFill>
              <a:latin typeface="+mn-ea"/>
            </a:endParaRPr>
          </a:p>
          <a:p>
            <a:r>
              <a:rPr lang="en-US" sz="3600" dirty="0" err="1" smtClean="0">
                <a:solidFill>
                  <a:schemeClr val="bg1"/>
                </a:solidFill>
                <a:latin typeface="+mn-ea"/>
              </a:rPr>
              <a:t>sleep_pattern</a:t>
            </a:r>
            <a:r>
              <a:rPr lang="en-US" sz="3600" dirty="0" smtClean="0">
                <a:solidFill>
                  <a:schemeClr val="bg1"/>
                </a:solidFill>
                <a:latin typeface="+mn-ea"/>
              </a:rPr>
              <a:t>: 3 categories </a:t>
            </a:r>
            <a:endParaRPr lang="en-US" sz="3600" dirty="0" smtClean="0">
              <a:solidFill>
                <a:schemeClr val="bg1"/>
              </a:solidFill>
              <a:latin typeface="+mn-ea"/>
            </a:endParaRPr>
          </a:p>
          <a:p>
            <a:r>
              <a:rPr lang="en-US" sz="3600" dirty="0" err="1" smtClean="0">
                <a:solidFill>
                  <a:schemeClr val="bg1"/>
                </a:solidFill>
                <a:latin typeface="+mn-ea"/>
              </a:rPr>
              <a:t>edu_level</a:t>
            </a:r>
            <a:r>
              <a:rPr lang="en-US" sz="3600" dirty="0" smtClean="0">
                <a:solidFill>
                  <a:schemeClr val="bg1"/>
                </a:solidFill>
                <a:latin typeface="+mn-ea"/>
              </a:rPr>
              <a:t>: 3 categories</a:t>
            </a:r>
            <a:endParaRPr lang="ko-KR" altLang="en-US" sz="3600" dirty="0">
              <a:solidFill>
                <a:schemeClr val="bg1"/>
              </a:solidFill>
              <a:latin typeface="+mn-ea"/>
            </a:endParaRPr>
          </a:p>
        </p:txBody>
      </p:sp>
      <p:pic>
        <p:nvPicPr>
          <p:cNvPr id="22" name="Picture 8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139700" y="-127000"/>
            <a:ext cx="18567400" cy="1079500"/>
          </a:xfrm>
          <a:prstGeom prst="rect">
            <a:avLst/>
          </a:prstGeom>
        </p:spPr>
      </p:pic>
      <p:sp>
        <p:nvSpPr>
          <p:cNvPr id="23" name="TextBox 9"/>
          <p:cNvSpPr txBox="1"/>
          <p:nvPr/>
        </p:nvSpPr>
        <p:spPr>
          <a:xfrm>
            <a:off x="1130300" y="342900"/>
            <a:ext cx="2501900" cy="6731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ko-KR" sz="1900" b="0" i="0" u="none" strike="noStrike">
                <a:solidFill>
                  <a:srgbClr val="000000"/>
                </a:solidFill>
                <a:ea typeface="Pretendard Bold"/>
              </a:rPr>
              <a:t>오즈코딩스쿨</a:t>
            </a:r>
          </a:p>
          <a:p>
            <a:pPr lvl="0" algn="l">
              <a:lnSpc>
                <a:spcPct val="116199"/>
              </a:lnSpc>
            </a:pPr>
            <a:endParaRPr/>
          </a:p>
        </p:txBody>
      </p:sp>
      <p:pic>
        <p:nvPicPr>
          <p:cNvPr id="24" name="Picture 10"/>
          <p:cNvPicPr>
            <a:picLocks noChangeAspect="1"/>
          </p:cNvPicPr>
          <p:nvPr/>
        </p:nvPicPr>
        <p:blipFill>
          <a:blip r:embed="rId6" cstate="print"/>
          <a:stretch>
            <a:fillRect/>
          </a:stretch>
        </p:blipFill>
        <p:spPr>
          <a:xfrm>
            <a:off x="457200" y="228600"/>
            <a:ext cx="508000" cy="508000"/>
          </a:xfrm>
          <a:prstGeom prst="rect">
            <a:avLst/>
          </a:prstGeom>
          <a:effectLst>
            <a:outerShdw blurRad="2628" dist="47414" dir="2700000">
              <a:srgbClr val="000000">
                <a:alpha val="50000"/>
              </a:srgbClr>
            </a:outerShdw>
          </a:effec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1858530700" y="-1672678900"/>
            <a:ext cx="2147483647" cy="2147483647"/>
            <a:chOff x="0" y="0"/>
            <a:chExt cx="0" cy="0"/>
          </a:xfrm>
        </p:grpSpPr>
      </p:grpSp>
      <p:grpSp>
        <p:nvGrpSpPr>
          <p:cNvPr id="5" name="Group 5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6" name="Group 6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pic>
        <p:nvPicPr>
          <p:cNvPr id="7" name="Pictur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21000" y="9283700"/>
            <a:ext cx="1905000" cy="228600"/>
          </a:xfrm>
          <a:prstGeom prst="rect">
            <a:avLst/>
          </a:prstGeom>
        </p:spPr>
      </p:pic>
      <p:pic>
        <p:nvPicPr>
          <p:cNvPr id="8" name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6200000">
            <a:off x="15392400" y="9283700"/>
            <a:ext cx="228600" cy="2286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9512300"/>
            <a:ext cx="16764000" cy="12700"/>
          </a:xfrm>
          <a:prstGeom prst="rect">
            <a:avLst/>
          </a:prstGeom>
        </p:spPr>
      </p:pic>
      <p:sp>
        <p:nvSpPr>
          <p:cNvPr id="11" name="TextBox 11"/>
          <p:cNvSpPr txBox="1"/>
          <p:nvPr/>
        </p:nvSpPr>
        <p:spPr>
          <a:xfrm>
            <a:off x="762000" y="1727200"/>
            <a:ext cx="5524480" cy="7112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ko-KR" sz="4000" b="0" i="0" u="none" strike="noStrike" dirty="0">
                <a:solidFill>
                  <a:schemeClr val="bg1"/>
                </a:solidFill>
                <a:latin typeface="HY견고딕" pitchFamily="18" charset="-127"/>
                <a:ea typeface="HY견고딕" pitchFamily="18" charset="-127"/>
              </a:rPr>
              <a:t>주요</a:t>
            </a:r>
            <a:r>
              <a:rPr lang="en-US" sz="4000" b="0" i="0" u="none" strike="noStrike" dirty="0">
                <a:solidFill>
                  <a:schemeClr val="bg1"/>
                </a:solidFill>
                <a:latin typeface="HY견고딕" pitchFamily="18" charset="-127"/>
                <a:ea typeface="HY견고딕" pitchFamily="18" charset="-127"/>
              </a:rPr>
              <a:t> </a:t>
            </a:r>
            <a:r>
              <a:rPr lang="ko-KR" sz="4000" b="0" i="0" u="none" strike="noStrike" dirty="0">
                <a:solidFill>
                  <a:schemeClr val="bg1"/>
                </a:solidFill>
                <a:latin typeface="HY견고딕" pitchFamily="18" charset="-127"/>
                <a:ea typeface="HY견고딕" pitchFamily="18" charset="-127"/>
              </a:rPr>
              <a:t>변수</a:t>
            </a:r>
            <a:r>
              <a:rPr lang="en-US" sz="4000" b="0" i="0" u="none" strike="noStrike" dirty="0">
                <a:solidFill>
                  <a:schemeClr val="bg1"/>
                </a:solidFill>
                <a:latin typeface="HY견고딕" pitchFamily="18" charset="-127"/>
                <a:ea typeface="HY견고딕" pitchFamily="18" charset="-127"/>
              </a:rPr>
              <a:t> </a:t>
            </a:r>
            <a:r>
              <a:rPr lang="ko-KR" sz="4000" b="0" i="0" u="none" strike="noStrike" dirty="0">
                <a:solidFill>
                  <a:schemeClr val="bg1"/>
                </a:solidFill>
                <a:latin typeface="HY견고딕" pitchFamily="18" charset="-127"/>
                <a:ea typeface="HY견고딕" pitchFamily="18" charset="-127"/>
              </a:rPr>
              <a:t>분포</a:t>
            </a:r>
            <a:r>
              <a:rPr lang="en-US" sz="4000" b="0" i="0" u="none" strike="noStrike" dirty="0">
                <a:solidFill>
                  <a:schemeClr val="bg1"/>
                </a:solidFill>
                <a:latin typeface="HY견고딕" pitchFamily="18" charset="-127"/>
                <a:ea typeface="HY견고딕" pitchFamily="18" charset="-127"/>
              </a:rPr>
              <a:t> </a:t>
            </a:r>
            <a:r>
              <a:rPr lang="ko-KR" sz="4000" b="0" i="0" u="none" strike="noStrike" dirty="0">
                <a:solidFill>
                  <a:schemeClr val="bg1"/>
                </a:solidFill>
                <a:latin typeface="HY견고딕" pitchFamily="18" charset="-127"/>
                <a:ea typeface="HY견고딕" pitchFamily="18" charset="-127"/>
              </a:rPr>
              <a:t>분석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71572" y="2714608"/>
            <a:ext cx="12930278" cy="65556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800" dirty="0" err="1" smtClean="0">
                <a:solidFill>
                  <a:schemeClr val="bg1"/>
                </a:solidFill>
                <a:latin typeface="+mn-ea"/>
              </a:rPr>
              <a:t>결측치</a:t>
            </a:r>
            <a:r>
              <a:rPr lang="en-US" altLang="ko-KR" sz="2800" dirty="0" smtClean="0">
                <a:solidFill>
                  <a:schemeClr val="bg1"/>
                </a:solidFill>
                <a:latin typeface="+mn-ea"/>
              </a:rPr>
              <a:t>: </a:t>
            </a:r>
            <a:r>
              <a:rPr lang="en-US" altLang="ko-KR" sz="2800" dirty="0" smtClean="0">
                <a:solidFill>
                  <a:schemeClr val="bg1"/>
                </a:solidFill>
                <a:latin typeface="+mn-ea"/>
              </a:rPr>
              <a:t>4414</a:t>
            </a:r>
          </a:p>
          <a:p>
            <a:endParaRPr lang="en-US" altLang="ko-KR" sz="2800" dirty="0" smtClean="0">
              <a:solidFill>
                <a:schemeClr val="bg1"/>
              </a:solidFill>
              <a:latin typeface="+mn-ea"/>
            </a:endParaRPr>
          </a:p>
          <a:p>
            <a:r>
              <a:rPr lang="ko-KR" altLang="en-US" sz="2800" dirty="0" err="1" smtClean="0">
                <a:solidFill>
                  <a:schemeClr val="bg1"/>
                </a:solidFill>
                <a:latin typeface="+mn-ea"/>
              </a:rPr>
              <a:t>수치형</a:t>
            </a:r>
            <a:r>
              <a:rPr lang="ko-KR" altLang="en-US" sz="2800" dirty="0" smtClean="0">
                <a:solidFill>
                  <a:schemeClr val="bg1"/>
                </a:solidFill>
                <a:latin typeface="+mn-ea"/>
              </a:rPr>
              <a:t> 데이터 </a:t>
            </a:r>
            <a:r>
              <a:rPr lang="en-US" altLang="ko-KR" sz="2800" dirty="0" smtClean="0">
                <a:solidFill>
                  <a:schemeClr val="bg1"/>
                </a:solidFill>
                <a:latin typeface="+mn-ea"/>
              </a:rPr>
              <a:t>(Numerical)</a:t>
            </a:r>
          </a:p>
          <a:p>
            <a:endParaRPr lang="en-US" altLang="ko-KR" sz="2800" dirty="0" smtClean="0">
              <a:solidFill>
                <a:schemeClr val="bg1"/>
              </a:solidFill>
              <a:latin typeface="+mn-ea"/>
            </a:endParaRPr>
          </a:p>
          <a:p>
            <a:r>
              <a:rPr lang="ko-KR" altLang="en-US" sz="2800" dirty="0" err="1" smtClean="0">
                <a:solidFill>
                  <a:schemeClr val="bg1"/>
                </a:solidFill>
                <a:latin typeface="+mn-ea"/>
              </a:rPr>
              <a:t>연속형</a:t>
            </a:r>
            <a:r>
              <a:rPr lang="ko-KR" altLang="en-US" sz="2800" dirty="0" smtClean="0">
                <a:solidFill>
                  <a:schemeClr val="bg1"/>
                </a:solidFill>
                <a:latin typeface="+mn-ea"/>
              </a:rPr>
              <a:t> </a:t>
            </a:r>
            <a:r>
              <a:rPr lang="en-US" altLang="ko-KR" sz="2800" dirty="0" smtClean="0">
                <a:solidFill>
                  <a:schemeClr val="bg1"/>
                </a:solidFill>
                <a:latin typeface="+mn-ea"/>
              </a:rPr>
              <a:t>(float64): </a:t>
            </a:r>
            <a:r>
              <a:rPr lang="ko-KR" altLang="en-US" sz="2800" dirty="0" smtClean="0">
                <a:solidFill>
                  <a:schemeClr val="bg1"/>
                </a:solidFill>
                <a:latin typeface="+mn-ea"/>
              </a:rPr>
              <a:t>신장</a:t>
            </a:r>
            <a:r>
              <a:rPr lang="en-US" altLang="ko-KR" sz="2800" dirty="0" smtClean="0">
                <a:solidFill>
                  <a:schemeClr val="bg1"/>
                </a:solidFill>
                <a:latin typeface="+mn-ea"/>
              </a:rPr>
              <a:t>(height), </a:t>
            </a:r>
            <a:r>
              <a:rPr lang="ko-KR" altLang="en-US" sz="2800" dirty="0" smtClean="0">
                <a:solidFill>
                  <a:schemeClr val="bg1"/>
                </a:solidFill>
                <a:latin typeface="+mn-ea"/>
              </a:rPr>
              <a:t>체중</a:t>
            </a:r>
            <a:r>
              <a:rPr lang="en-US" altLang="ko-KR" sz="2800" dirty="0" smtClean="0">
                <a:solidFill>
                  <a:schemeClr val="bg1"/>
                </a:solidFill>
                <a:latin typeface="+mn-ea"/>
              </a:rPr>
              <a:t>(weight), </a:t>
            </a:r>
            <a:r>
              <a:rPr lang="ko-KR" altLang="en-US" sz="2800" dirty="0" smtClean="0">
                <a:solidFill>
                  <a:schemeClr val="bg1"/>
                </a:solidFill>
                <a:latin typeface="+mn-ea"/>
              </a:rPr>
              <a:t>콜레스테롤</a:t>
            </a:r>
            <a:r>
              <a:rPr lang="en-US" altLang="ko-KR" sz="2800" dirty="0" smtClean="0">
                <a:solidFill>
                  <a:schemeClr val="bg1"/>
                </a:solidFill>
                <a:latin typeface="+mn-ea"/>
              </a:rPr>
              <a:t>(cholesterol), </a:t>
            </a:r>
            <a:r>
              <a:rPr lang="ko-KR" altLang="en-US" sz="2800" dirty="0" smtClean="0">
                <a:solidFill>
                  <a:schemeClr val="bg1"/>
                </a:solidFill>
                <a:latin typeface="+mn-ea"/>
              </a:rPr>
              <a:t>혈당</a:t>
            </a:r>
            <a:r>
              <a:rPr lang="en-US" altLang="ko-KR" sz="2800" dirty="0" smtClean="0">
                <a:solidFill>
                  <a:schemeClr val="bg1"/>
                </a:solidFill>
                <a:latin typeface="+mn-ea"/>
              </a:rPr>
              <a:t>(glucose), </a:t>
            </a:r>
            <a:r>
              <a:rPr lang="ko-KR" altLang="en-US" sz="2800" dirty="0" err="1" smtClean="0">
                <a:solidFill>
                  <a:schemeClr val="bg1"/>
                </a:solidFill>
                <a:latin typeface="+mn-ea"/>
              </a:rPr>
              <a:t>골밀도</a:t>
            </a:r>
            <a:r>
              <a:rPr lang="en-US" altLang="ko-KR" sz="2800" dirty="0" smtClean="0">
                <a:solidFill>
                  <a:schemeClr val="bg1"/>
                </a:solidFill>
                <a:latin typeface="+mn-ea"/>
              </a:rPr>
              <a:t>(</a:t>
            </a:r>
            <a:r>
              <a:rPr lang="en-US" altLang="ko-KR" sz="2800" dirty="0" err="1" smtClean="0">
                <a:solidFill>
                  <a:schemeClr val="bg1"/>
                </a:solidFill>
                <a:latin typeface="+mn-ea"/>
              </a:rPr>
              <a:t>bone_density</a:t>
            </a:r>
            <a:r>
              <a:rPr lang="en-US" altLang="ko-KR" sz="2800" dirty="0" smtClean="0">
                <a:solidFill>
                  <a:schemeClr val="bg1"/>
                </a:solidFill>
                <a:latin typeface="+mn-ea"/>
              </a:rPr>
              <a:t>), </a:t>
            </a:r>
            <a:r>
              <a:rPr lang="ko-KR" altLang="en-US" sz="2800" dirty="0" smtClean="0">
                <a:solidFill>
                  <a:schemeClr val="bg1"/>
                </a:solidFill>
                <a:latin typeface="+mn-ea"/>
              </a:rPr>
              <a:t>평균 근무 시간</a:t>
            </a:r>
            <a:r>
              <a:rPr lang="en-US" altLang="ko-KR" sz="2800" dirty="0" smtClean="0">
                <a:solidFill>
                  <a:schemeClr val="bg1"/>
                </a:solidFill>
                <a:latin typeface="+mn-ea"/>
              </a:rPr>
              <a:t>(</a:t>
            </a:r>
            <a:r>
              <a:rPr lang="en-US" altLang="ko-KR" sz="2800" dirty="0" err="1" smtClean="0">
                <a:solidFill>
                  <a:schemeClr val="bg1"/>
                </a:solidFill>
                <a:latin typeface="+mn-ea"/>
              </a:rPr>
              <a:t>mean_working</a:t>
            </a:r>
            <a:r>
              <a:rPr lang="en-US" altLang="ko-KR" sz="2800" dirty="0" smtClean="0">
                <a:solidFill>
                  <a:schemeClr val="bg1"/>
                </a:solidFill>
                <a:latin typeface="+mn-ea"/>
              </a:rPr>
              <a:t>), </a:t>
            </a:r>
            <a:r>
              <a:rPr lang="ko-KR" altLang="en-US" sz="2800" dirty="0" smtClean="0">
                <a:solidFill>
                  <a:schemeClr val="bg1"/>
                </a:solidFill>
                <a:latin typeface="+mn-ea"/>
              </a:rPr>
              <a:t>스트레스 지수</a:t>
            </a:r>
            <a:r>
              <a:rPr lang="en-US" altLang="ko-KR" sz="2800" dirty="0" smtClean="0">
                <a:solidFill>
                  <a:schemeClr val="bg1"/>
                </a:solidFill>
                <a:latin typeface="+mn-ea"/>
              </a:rPr>
              <a:t>(</a:t>
            </a:r>
            <a:r>
              <a:rPr lang="en-US" altLang="ko-KR" sz="2800" dirty="0" err="1" smtClean="0">
                <a:solidFill>
                  <a:schemeClr val="bg1"/>
                </a:solidFill>
                <a:latin typeface="+mn-ea"/>
              </a:rPr>
              <a:t>stress_score</a:t>
            </a:r>
            <a:r>
              <a:rPr lang="en-US" altLang="ko-KR" sz="2800" dirty="0" smtClean="0">
                <a:solidFill>
                  <a:schemeClr val="bg1"/>
                </a:solidFill>
                <a:latin typeface="+mn-ea"/>
              </a:rPr>
              <a:t>)</a:t>
            </a:r>
          </a:p>
          <a:p>
            <a:r>
              <a:rPr lang="ko-KR" altLang="en-US" sz="2800" dirty="0" err="1" smtClean="0">
                <a:solidFill>
                  <a:schemeClr val="bg1"/>
                </a:solidFill>
                <a:latin typeface="+mn-ea"/>
              </a:rPr>
              <a:t>이산형</a:t>
            </a:r>
            <a:r>
              <a:rPr lang="ko-KR" altLang="en-US" sz="2800" dirty="0" smtClean="0">
                <a:solidFill>
                  <a:schemeClr val="bg1"/>
                </a:solidFill>
                <a:latin typeface="+mn-ea"/>
              </a:rPr>
              <a:t> </a:t>
            </a:r>
            <a:r>
              <a:rPr lang="en-US" altLang="ko-KR" sz="2800" dirty="0" smtClean="0">
                <a:solidFill>
                  <a:schemeClr val="bg1"/>
                </a:solidFill>
                <a:latin typeface="+mn-ea"/>
              </a:rPr>
              <a:t>(int64): </a:t>
            </a:r>
            <a:r>
              <a:rPr lang="ko-KR" altLang="en-US" sz="2800" dirty="0" smtClean="0">
                <a:solidFill>
                  <a:schemeClr val="bg1"/>
                </a:solidFill>
                <a:latin typeface="+mn-ea"/>
              </a:rPr>
              <a:t>나이</a:t>
            </a:r>
            <a:r>
              <a:rPr lang="en-US" altLang="ko-KR" sz="2800" dirty="0" smtClean="0">
                <a:solidFill>
                  <a:schemeClr val="bg1"/>
                </a:solidFill>
                <a:latin typeface="+mn-ea"/>
              </a:rPr>
              <a:t>(age), </a:t>
            </a:r>
            <a:r>
              <a:rPr lang="ko-KR" altLang="en-US" sz="2800" dirty="0" err="1" smtClean="0">
                <a:solidFill>
                  <a:schemeClr val="bg1"/>
                </a:solidFill>
                <a:latin typeface="+mn-ea"/>
              </a:rPr>
              <a:t>수축기</a:t>
            </a:r>
            <a:r>
              <a:rPr lang="ko-KR" altLang="en-US" sz="2800" dirty="0" smtClean="0">
                <a:solidFill>
                  <a:schemeClr val="bg1"/>
                </a:solidFill>
                <a:latin typeface="+mn-ea"/>
              </a:rPr>
              <a:t> 혈압</a:t>
            </a:r>
            <a:r>
              <a:rPr lang="en-US" altLang="ko-KR" sz="2800" dirty="0" smtClean="0">
                <a:solidFill>
                  <a:schemeClr val="bg1"/>
                </a:solidFill>
                <a:latin typeface="+mn-ea"/>
              </a:rPr>
              <a:t>(</a:t>
            </a:r>
            <a:r>
              <a:rPr lang="en-US" altLang="ko-KR" sz="2800" dirty="0" err="1" smtClean="0">
                <a:solidFill>
                  <a:schemeClr val="bg1"/>
                </a:solidFill>
                <a:latin typeface="+mn-ea"/>
              </a:rPr>
              <a:t>systolic_blood_pressure</a:t>
            </a:r>
            <a:r>
              <a:rPr lang="en-US" altLang="ko-KR" sz="2800" dirty="0" smtClean="0">
                <a:solidFill>
                  <a:schemeClr val="bg1"/>
                </a:solidFill>
                <a:latin typeface="+mn-ea"/>
              </a:rPr>
              <a:t>), </a:t>
            </a:r>
            <a:r>
              <a:rPr lang="ko-KR" altLang="en-US" sz="2800" dirty="0" smtClean="0">
                <a:solidFill>
                  <a:schemeClr val="bg1"/>
                </a:solidFill>
                <a:latin typeface="+mn-ea"/>
              </a:rPr>
              <a:t>이완기 혈압</a:t>
            </a:r>
            <a:r>
              <a:rPr lang="en-US" altLang="ko-KR" sz="2800" dirty="0" smtClean="0">
                <a:solidFill>
                  <a:schemeClr val="bg1"/>
                </a:solidFill>
                <a:latin typeface="+mn-ea"/>
              </a:rPr>
              <a:t>(</a:t>
            </a:r>
            <a:r>
              <a:rPr lang="en-US" altLang="ko-KR" sz="2800" dirty="0" err="1" smtClean="0">
                <a:solidFill>
                  <a:schemeClr val="bg1"/>
                </a:solidFill>
                <a:latin typeface="+mn-ea"/>
              </a:rPr>
              <a:t>diastolic_blood_pressure</a:t>
            </a:r>
            <a:r>
              <a:rPr lang="en-US" altLang="ko-KR" sz="2800" dirty="0" smtClean="0">
                <a:solidFill>
                  <a:schemeClr val="bg1"/>
                </a:solidFill>
                <a:latin typeface="+mn-ea"/>
              </a:rPr>
              <a:t>)</a:t>
            </a:r>
          </a:p>
          <a:p>
            <a:endParaRPr lang="en-US" altLang="ko-KR" sz="2800" dirty="0" smtClean="0">
              <a:solidFill>
                <a:schemeClr val="bg1"/>
              </a:solidFill>
              <a:latin typeface="+mn-ea"/>
            </a:endParaRPr>
          </a:p>
          <a:p>
            <a:r>
              <a:rPr lang="ko-KR" altLang="en-US" sz="2800" dirty="0" smtClean="0">
                <a:solidFill>
                  <a:schemeClr val="bg1"/>
                </a:solidFill>
                <a:latin typeface="+mn-ea"/>
              </a:rPr>
              <a:t>범주형 데이터 </a:t>
            </a:r>
            <a:r>
              <a:rPr lang="en-US" altLang="ko-KR" sz="2800" dirty="0" smtClean="0">
                <a:solidFill>
                  <a:schemeClr val="bg1"/>
                </a:solidFill>
                <a:latin typeface="+mn-ea"/>
              </a:rPr>
              <a:t>(Categorical)</a:t>
            </a:r>
          </a:p>
          <a:p>
            <a:r>
              <a:rPr lang="ko-KR" altLang="en-US" sz="2800" dirty="0" err="1" smtClean="0">
                <a:solidFill>
                  <a:schemeClr val="bg1"/>
                </a:solidFill>
                <a:latin typeface="+mn-ea"/>
              </a:rPr>
              <a:t>명목형</a:t>
            </a:r>
            <a:r>
              <a:rPr lang="ko-KR" altLang="en-US" sz="2800" dirty="0" smtClean="0">
                <a:solidFill>
                  <a:schemeClr val="bg1"/>
                </a:solidFill>
                <a:latin typeface="+mn-ea"/>
              </a:rPr>
              <a:t> </a:t>
            </a:r>
            <a:r>
              <a:rPr lang="en-US" altLang="ko-KR" sz="2800" dirty="0" smtClean="0">
                <a:solidFill>
                  <a:schemeClr val="bg1"/>
                </a:solidFill>
                <a:latin typeface="+mn-ea"/>
              </a:rPr>
              <a:t>(object): ID(</a:t>
            </a:r>
            <a:r>
              <a:rPr lang="ko-KR" altLang="en-US" sz="2800" dirty="0" err="1" smtClean="0">
                <a:solidFill>
                  <a:schemeClr val="bg1"/>
                </a:solidFill>
                <a:latin typeface="+mn-ea"/>
              </a:rPr>
              <a:t>식별자</a:t>
            </a:r>
            <a:r>
              <a:rPr lang="en-US" altLang="ko-KR" sz="2800" dirty="0" smtClean="0">
                <a:solidFill>
                  <a:schemeClr val="bg1"/>
                </a:solidFill>
                <a:latin typeface="+mn-ea"/>
              </a:rPr>
              <a:t>), </a:t>
            </a:r>
            <a:r>
              <a:rPr lang="ko-KR" altLang="en-US" sz="2800" dirty="0" smtClean="0">
                <a:solidFill>
                  <a:schemeClr val="bg1"/>
                </a:solidFill>
                <a:latin typeface="+mn-ea"/>
              </a:rPr>
              <a:t>성별</a:t>
            </a:r>
            <a:r>
              <a:rPr lang="en-US" altLang="ko-KR" sz="2800" dirty="0" smtClean="0">
                <a:solidFill>
                  <a:schemeClr val="bg1"/>
                </a:solidFill>
                <a:latin typeface="+mn-ea"/>
              </a:rPr>
              <a:t>(gender), </a:t>
            </a:r>
            <a:r>
              <a:rPr lang="ko-KR" altLang="en-US" sz="2800" dirty="0" smtClean="0">
                <a:solidFill>
                  <a:schemeClr val="bg1"/>
                </a:solidFill>
                <a:latin typeface="+mn-ea"/>
              </a:rPr>
              <a:t>활동량</a:t>
            </a:r>
            <a:r>
              <a:rPr lang="en-US" altLang="ko-KR" sz="2800" dirty="0" smtClean="0">
                <a:solidFill>
                  <a:schemeClr val="bg1"/>
                </a:solidFill>
                <a:latin typeface="+mn-ea"/>
              </a:rPr>
              <a:t>(activity), </a:t>
            </a:r>
            <a:r>
              <a:rPr lang="ko-KR" altLang="en-US" sz="2800" dirty="0" smtClean="0">
                <a:solidFill>
                  <a:schemeClr val="bg1"/>
                </a:solidFill>
                <a:latin typeface="+mn-ea"/>
              </a:rPr>
              <a:t>흡연 여부</a:t>
            </a:r>
            <a:r>
              <a:rPr lang="en-US" altLang="ko-KR" sz="2800" dirty="0" smtClean="0">
                <a:solidFill>
                  <a:schemeClr val="bg1"/>
                </a:solidFill>
                <a:latin typeface="+mn-ea"/>
              </a:rPr>
              <a:t>(</a:t>
            </a:r>
            <a:r>
              <a:rPr lang="en-US" altLang="ko-KR" sz="2800" dirty="0" err="1" smtClean="0">
                <a:solidFill>
                  <a:schemeClr val="bg1"/>
                </a:solidFill>
                <a:latin typeface="+mn-ea"/>
              </a:rPr>
              <a:t>smoke_status</a:t>
            </a:r>
            <a:r>
              <a:rPr lang="en-US" altLang="ko-KR" sz="2800" dirty="0" smtClean="0">
                <a:solidFill>
                  <a:schemeClr val="bg1"/>
                </a:solidFill>
                <a:latin typeface="+mn-ea"/>
              </a:rPr>
              <a:t>), </a:t>
            </a:r>
            <a:r>
              <a:rPr lang="ko-KR" altLang="en-US" sz="2800" dirty="0" smtClean="0">
                <a:solidFill>
                  <a:schemeClr val="bg1"/>
                </a:solidFill>
                <a:latin typeface="+mn-ea"/>
              </a:rPr>
              <a:t>과거 병력</a:t>
            </a:r>
            <a:r>
              <a:rPr lang="en-US" altLang="ko-KR" sz="2800" dirty="0" smtClean="0">
                <a:solidFill>
                  <a:schemeClr val="bg1"/>
                </a:solidFill>
                <a:latin typeface="+mn-ea"/>
              </a:rPr>
              <a:t>(</a:t>
            </a:r>
            <a:r>
              <a:rPr lang="en-US" altLang="ko-KR" sz="2800" dirty="0" err="1" smtClean="0">
                <a:solidFill>
                  <a:schemeClr val="bg1"/>
                </a:solidFill>
                <a:latin typeface="+mn-ea"/>
              </a:rPr>
              <a:t>medical_history</a:t>
            </a:r>
            <a:r>
              <a:rPr lang="en-US" altLang="ko-KR" sz="2800" dirty="0" smtClean="0">
                <a:solidFill>
                  <a:schemeClr val="bg1"/>
                </a:solidFill>
                <a:latin typeface="+mn-ea"/>
              </a:rPr>
              <a:t>), </a:t>
            </a:r>
            <a:r>
              <a:rPr lang="ko-KR" altLang="en-US" sz="2800" dirty="0" smtClean="0">
                <a:solidFill>
                  <a:schemeClr val="bg1"/>
                </a:solidFill>
                <a:latin typeface="+mn-ea"/>
              </a:rPr>
              <a:t>가족력</a:t>
            </a:r>
            <a:r>
              <a:rPr lang="en-US" altLang="ko-KR" sz="2800" dirty="0" smtClean="0">
                <a:solidFill>
                  <a:schemeClr val="bg1"/>
                </a:solidFill>
                <a:latin typeface="+mn-ea"/>
              </a:rPr>
              <a:t>(</a:t>
            </a:r>
            <a:r>
              <a:rPr lang="en-US" altLang="ko-KR" sz="2800" dirty="0" err="1" smtClean="0">
                <a:solidFill>
                  <a:schemeClr val="bg1"/>
                </a:solidFill>
                <a:latin typeface="+mn-ea"/>
              </a:rPr>
              <a:t>family_medical_history</a:t>
            </a:r>
            <a:r>
              <a:rPr lang="en-US" altLang="ko-KR" sz="2800" dirty="0" smtClean="0">
                <a:solidFill>
                  <a:schemeClr val="bg1"/>
                </a:solidFill>
                <a:latin typeface="+mn-ea"/>
              </a:rPr>
              <a:t>), </a:t>
            </a:r>
            <a:r>
              <a:rPr lang="ko-KR" altLang="en-US" sz="2800" dirty="0" smtClean="0">
                <a:solidFill>
                  <a:schemeClr val="bg1"/>
                </a:solidFill>
                <a:latin typeface="+mn-ea"/>
              </a:rPr>
              <a:t>수면 패턴</a:t>
            </a:r>
            <a:r>
              <a:rPr lang="en-US" altLang="ko-KR" sz="2800" dirty="0" smtClean="0">
                <a:solidFill>
                  <a:schemeClr val="bg1"/>
                </a:solidFill>
                <a:latin typeface="+mn-ea"/>
              </a:rPr>
              <a:t>(</a:t>
            </a:r>
            <a:r>
              <a:rPr lang="en-US" altLang="ko-KR" sz="2800" dirty="0" err="1" smtClean="0">
                <a:solidFill>
                  <a:schemeClr val="bg1"/>
                </a:solidFill>
                <a:latin typeface="+mn-ea"/>
              </a:rPr>
              <a:t>sleep_pattern</a:t>
            </a:r>
            <a:r>
              <a:rPr lang="en-US" altLang="ko-KR" sz="2800" dirty="0" smtClean="0">
                <a:solidFill>
                  <a:schemeClr val="bg1"/>
                </a:solidFill>
                <a:latin typeface="+mn-ea"/>
              </a:rPr>
              <a:t>)</a:t>
            </a:r>
          </a:p>
          <a:p>
            <a:r>
              <a:rPr lang="ko-KR" altLang="en-US" sz="2800" dirty="0" err="1" smtClean="0">
                <a:solidFill>
                  <a:schemeClr val="bg1"/>
                </a:solidFill>
                <a:latin typeface="+mn-ea"/>
              </a:rPr>
              <a:t>순서형</a:t>
            </a:r>
            <a:r>
              <a:rPr lang="ko-KR" altLang="en-US" sz="2800" dirty="0" smtClean="0">
                <a:solidFill>
                  <a:schemeClr val="bg1"/>
                </a:solidFill>
                <a:latin typeface="+mn-ea"/>
              </a:rPr>
              <a:t> </a:t>
            </a:r>
            <a:r>
              <a:rPr lang="en-US" altLang="ko-KR" sz="2800" dirty="0" smtClean="0">
                <a:solidFill>
                  <a:schemeClr val="bg1"/>
                </a:solidFill>
                <a:latin typeface="+mn-ea"/>
              </a:rPr>
              <a:t>(object): </a:t>
            </a:r>
            <a:r>
              <a:rPr lang="ko-KR" altLang="en-US" sz="2800" dirty="0" smtClean="0">
                <a:solidFill>
                  <a:schemeClr val="bg1"/>
                </a:solidFill>
                <a:latin typeface="+mn-ea"/>
              </a:rPr>
              <a:t>교육 수준</a:t>
            </a:r>
            <a:r>
              <a:rPr lang="en-US" altLang="ko-KR" sz="2800" dirty="0" smtClean="0">
                <a:solidFill>
                  <a:schemeClr val="bg1"/>
                </a:solidFill>
                <a:latin typeface="+mn-ea"/>
              </a:rPr>
              <a:t>(</a:t>
            </a:r>
            <a:r>
              <a:rPr lang="en-US" altLang="ko-KR" sz="2800" dirty="0" err="1" smtClean="0">
                <a:solidFill>
                  <a:schemeClr val="bg1"/>
                </a:solidFill>
                <a:latin typeface="+mn-ea"/>
              </a:rPr>
              <a:t>edu_level</a:t>
            </a:r>
            <a:r>
              <a:rPr lang="en-US" altLang="ko-KR" sz="2800" dirty="0" smtClean="0">
                <a:solidFill>
                  <a:schemeClr val="bg1"/>
                </a:solidFill>
                <a:latin typeface="+mn-ea"/>
              </a:rPr>
              <a:t>)</a:t>
            </a:r>
            <a:endParaRPr lang="ko-KR" altLang="en-US" sz="2800" dirty="0">
              <a:solidFill>
                <a:schemeClr val="bg1"/>
              </a:solidFill>
              <a:latin typeface="+mn-ea"/>
            </a:endParaRPr>
          </a:p>
        </p:txBody>
      </p:sp>
      <p:pic>
        <p:nvPicPr>
          <p:cNvPr id="16" name="Picture 8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139700" y="-127000"/>
            <a:ext cx="18567400" cy="1079500"/>
          </a:xfrm>
          <a:prstGeom prst="rect">
            <a:avLst/>
          </a:prstGeom>
        </p:spPr>
      </p:pic>
      <p:sp>
        <p:nvSpPr>
          <p:cNvPr id="17" name="TextBox 9"/>
          <p:cNvSpPr txBox="1"/>
          <p:nvPr/>
        </p:nvSpPr>
        <p:spPr>
          <a:xfrm>
            <a:off x="1130300" y="342900"/>
            <a:ext cx="2501900" cy="6731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ko-KR" sz="1900" b="0" i="0" u="none" strike="noStrike">
                <a:solidFill>
                  <a:srgbClr val="000000"/>
                </a:solidFill>
                <a:ea typeface="Pretendard Bold"/>
              </a:rPr>
              <a:t>오즈코딩스쿨</a:t>
            </a:r>
          </a:p>
          <a:p>
            <a:pPr lvl="0" algn="l">
              <a:lnSpc>
                <a:spcPct val="116199"/>
              </a:lnSpc>
            </a:pPr>
            <a:endParaRPr/>
          </a:p>
        </p:txBody>
      </p:sp>
      <p:pic>
        <p:nvPicPr>
          <p:cNvPr id="18" name="Picture 10"/>
          <p:cNvPicPr>
            <a:picLocks noChangeAspect="1"/>
          </p:cNvPicPr>
          <p:nvPr/>
        </p:nvPicPr>
        <p:blipFill>
          <a:blip r:embed="rId6" cstate="print"/>
          <a:stretch>
            <a:fillRect/>
          </a:stretch>
        </p:blipFill>
        <p:spPr>
          <a:xfrm>
            <a:off x="457200" y="228600"/>
            <a:ext cx="508000" cy="508000"/>
          </a:xfrm>
          <a:prstGeom prst="rect">
            <a:avLst/>
          </a:prstGeom>
          <a:effectLst>
            <a:outerShdw blurRad="2628" dist="47414" dir="2700000">
              <a:srgbClr val="000000">
                <a:alpha val="50000"/>
              </a:srgbClr>
            </a:outerShdw>
          </a:effectLst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1858530700" y="-1672678900"/>
            <a:ext cx="2147483647" cy="2147483647"/>
            <a:chOff x="0" y="0"/>
            <a:chExt cx="0" cy="0"/>
          </a:xfrm>
        </p:grpSpPr>
      </p:grpSp>
      <p:grpSp>
        <p:nvGrpSpPr>
          <p:cNvPr id="5" name="Group 5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6" name="Group 6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pic>
        <p:nvPicPr>
          <p:cNvPr id="7" name="Pictur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21000" y="9283700"/>
            <a:ext cx="1905000" cy="228600"/>
          </a:xfrm>
          <a:prstGeom prst="rect">
            <a:avLst/>
          </a:prstGeom>
        </p:spPr>
      </p:pic>
      <p:pic>
        <p:nvPicPr>
          <p:cNvPr id="8" name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6200000">
            <a:off x="15392400" y="9283700"/>
            <a:ext cx="228600" cy="2286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9512300"/>
            <a:ext cx="16764000" cy="12700"/>
          </a:xfrm>
          <a:prstGeom prst="rect">
            <a:avLst/>
          </a:prstGeom>
        </p:spPr>
      </p:pic>
      <p:sp>
        <p:nvSpPr>
          <p:cNvPr id="11" name="TextBox 11"/>
          <p:cNvSpPr txBox="1"/>
          <p:nvPr/>
        </p:nvSpPr>
        <p:spPr>
          <a:xfrm>
            <a:off x="6929422" y="1357286"/>
            <a:ext cx="4406900" cy="7112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ko-KR" sz="4000" b="0" i="0" u="none" strike="noStrike" dirty="0">
                <a:solidFill>
                  <a:schemeClr val="bg1"/>
                </a:solidFill>
                <a:ea typeface="Pretendard Bold"/>
              </a:rPr>
              <a:t>변수</a:t>
            </a:r>
            <a:r>
              <a:rPr lang="en-US" sz="4000" b="0" i="0" u="none" strike="noStrike" dirty="0">
                <a:solidFill>
                  <a:schemeClr val="bg1"/>
                </a:solidFill>
                <a:latin typeface="Pretendard Bold"/>
              </a:rPr>
              <a:t> </a:t>
            </a:r>
            <a:r>
              <a:rPr lang="ko-KR" sz="4000" b="0" i="0" u="none" strike="noStrike" dirty="0">
                <a:solidFill>
                  <a:schemeClr val="bg1"/>
                </a:solidFill>
                <a:ea typeface="Pretendard Bold"/>
              </a:rPr>
              <a:t>간</a:t>
            </a:r>
            <a:r>
              <a:rPr lang="en-US" sz="4000" b="0" i="0" u="none" strike="noStrike" dirty="0">
                <a:solidFill>
                  <a:schemeClr val="bg1"/>
                </a:solidFill>
                <a:latin typeface="Pretendard Bold"/>
              </a:rPr>
              <a:t> </a:t>
            </a:r>
            <a:r>
              <a:rPr lang="ko-KR" sz="4000" b="0" i="0" u="none" strike="noStrike" dirty="0">
                <a:solidFill>
                  <a:schemeClr val="bg1"/>
                </a:solidFill>
                <a:ea typeface="Pretendard Bold"/>
              </a:rPr>
              <a:t>상관관계</a:t>
            </a:r>
            <a:r>
              <a:rPr lang="en-US" sz="4000" b="0" i="0" u="none" strike="noStrike" dirty="0">
                <a:solidFill>
                  <a:schemeClr val="bg1"/>
                </a:solidFill>
                <a:latin typeface="Pretendard Bold"/>
              </a:rPr>
              <a:t> </a:t>
            </a:r>
            <a:r>
              <a:rPr lang="ko-KR" sz="4000" b="0" i="0" u="none" strike="noStrike" dirty="0">
                <a:solidFill>
                  <a:schemeClr val="bg1"/>
                </a:solidFill>
                <a:ea typeface="Pretendard Bold"/>
              </a:rPr>
              <a:t>파악</a:t>
            </a:r>
          </a:p>
        </p:txBody>
      </p:sp>
      <p:pic>
        <p:nvPicPr>
          <p:cNvPr id="12" name="그림 11" descr="히트맵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14910" y="2357418"/>
            <a:ext cx="7992538" cy="6858048"/>
          </a:xfrm>
          <a:prstGeom prst="rect">
            <a:avLst/>
          </a:prstGeom>
        </p:spPr>
      </p:pic>
      <p:pic>
        <p:nvPicPr>
          <p:cNvPr id="13" name="Picture 8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139700" y="-127000"/>
            <a:ext cx="18567400" cy="1079500"/>
          </a:xfrm>
          <a:prstGeom prst="rect">
            <a:avLst/>
          </a:prstGeom>
        </p:spPr>
      </p:pic>
      <p:sp>
        <p:nvSpPr>
          <p:cNvPr id="14" name="TextBox 9"/>
          <p:cNvSpPr txBox="1"/>
          <p:nvPr/>
        </p:nvSpPr>
        <p:spPr>
          <a:xfrm>
            <a:off x="1130300" y="342900"/>
            <a:ext cx="2501900" cy="6731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ko-KR" sz="1900" b="0" i="0" u="none" strike="noStrike">
                <a:solidFill>
                  <a:srgbClr val="000000"/>
                </a:solidFill>
                <a:ea typeface="Pretendard Bold"/>
              </a:rPr>
              <a:t>오즈코딩스쿨</a:t>
            </a:r>
          </a:p>
          <a:p>
            <a:pPr lvl="0" algn="l">
              <a:lnSpc>
                <a:spcPct val="116199"/>
              </a:lnSpc>
            </a:pPr>
            <a:endParaRPr/>
          </a:p>
        </p:txBody>
      </p:sp>
      <p:pic>
        <p:nvPicPr>
          <p:cNvPr id="15" name="Picture 10"/>
          <p:cNvPicPr>
            <a:picLocks noChangeAspect="1"/>
          </p:cNvPicPr>
          <p:nvPr/>
        </p:nvPicPr>
        <p:blipFill>
          <a:blip r:embed="rId7" cstate="print"/>
          <a:stretch>
            <a:fillRect/>
          </a:stretch>
        </p:blipFill>
        <p:spPr>
          <a:xfrm>
            <a:off x="457200" y="228600"/>
            <a:ext cx="508000" cy="508000"/>
          </a:xfrm>
          <a:prstGeom prst="rect">
            <a:avLst/>
          </a:prstGeom>
          <a:effectLst>
            <a:outerShdw blurRad="2628" dist="47414" dir="2700000">
              <a:srgbClr val="000000">
                <a:alpha val="50000"/>
              </a:srgbClr>
            </a:outerShdw>
          </a:effectLst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1858530700" y="-1672678900"/>
            <a:ext cx="2147483647" cy="2147483647"/>
            <a:chOff x="0" y="0"/>
            <a:chExt cx="0" cy="0"/>
          </a:xfrm>
        </p:grpSpPr>
      </p:grpSp>
      <p:grpSp>
        <p:nvGrpSpPr>
          <p:cNvPr id="5" name="Group 5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6" name="Group 6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pic>
        <p:nvPicPr>
          <p:cNvPr id="7" name="Pictur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21000" y="9283700"/>
            <a:ext cx="1905000" cy="228600"/>
          </a:xfrm>
          <a:prstGeom prst="rect">
            <a:avLst/>
          </a:prstGeom>
        </p:spPr>
      </p:pic>
      <p:pic>
        <p:nvPicPr>
          <p:cNvPr id="8" name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6200000">
            <a:off x="15392400" y="9283700"/>
            <a:ext cx="228600" cy="2286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9512300"/>
            <a:ext cx="16764000" cy="12700"/>
          </a:xfrm>
          <a:prstGeom prst="rect">
            <a:avLst/>
          </a:prstGeom>
        </p:spPr>
      </p:pic>
      <p:sp>
        <p:nvSpPr>
          <p:cNvPr id="11" name="TextBox 11"/>
          <p:cNvSpPr txBox="1"/>
          <p:nvPr/>
        </p:nvSpPr>
        <p:spPr>
          <a:xfrm>
            <a:off x="762000" y="1727200"/>
            <a:ext cx="4238596" cy="7112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ko-KR" sz="4000" b="0" i="0" u="none" strike="noStrike" dirty="0">
                <a:solidFill>
                  <a:schemeClr val="bg1"/>
                </a:solidFill>
                <a:latin typeface="HY견고딕" pitchFamily="18" charset="-127"/>
                <a:ea typeface="HY견고딕" pitchFamily="18" charset="-127"/>
              </a:rPr>
              <a:t>문제</a:t>
            </a:r>
            <a:r>
              <a:rPr lang="en-US" sz="4000" b="0" i="0" u="none" strike="noStrike" dirty="0">
                <a:solidFill>
                  <a:schemeClr val="bg1"/>
                </a:solidFill>
                <a:latin typeface="HY견고딕" pitchFamily="18" charset="-127"/>
                <a:ea typeface="HY견고딕" pitchFamily="18" charset="-127"/>
              </a:rPr>
              <a:t> </a:t>
            </a:r>
            <a:r>
              <a:rPr lang="ko-KR" sz="4000" b="0" i="0" u="none" strike="noStrike" dirty="0">
                <a:solidFill>
                  <a:schemeClr val="bg1"/>
                </a:solidFill>
                <a:latin typeface="HY견고딕" pitchFamily="18" charset="-127"/>
                <a:ea typeface="HY견고딕" pitchFamily="18" charset="-127"/>
              </a:rPr>
              <a:t>유형</a:t>
            </a:r>
            <a:r>
              <a:rPr lang="en-US" sz="4000" b="0" i="0" u="none" strike="noStrike" dirty="0">
                <a:solidFill>
                  <a:schemeClr val="bg1"/>
                </a:solidFill>
                <a:latin typeface="HY견고딕" pitchFamily="18" charset="-127"/>
                <a:ea typeface="HY견고딕" pitchFamily="18" charset="-127"/>
              </a:rPr>
              <a:t> </a:t>
            </a:r>
            <a:r>
              <a:rPr lang="ko-KR" sz="4000" b="0" i="0" u="none" strike="noStrike" dirty="0">
                <a:solidFill>
                  <a:schemeClr val="bg1"/>
                </a:solidFill>
                <a:latin typeface="HY견고딕" pitchFamily="18" charset="-127"/>
                <a:ea typeface="HY견고딕" pitchFamily="18" charset="-127"/>
              </a:rPr>
              <a:t>정의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57324" y="2571732"/>
            <a:ext cx="14073286" cy="65556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800" dirty="0" err="1" smtClean="0">
                <a:solidFill>
                  <a:schemeClr val="bg1"/>
                </a:solidFill>
              </a:rPr>
              <a:t>결측치</a:t>
            </a:r>
            <a:r>
              <a:rPr lang="ko-KR" altLang="en-US" sz="2800" dirty="0" smtClean="0">
                <a:solidFill>
                  <a:schemeClr val="bg1"/>
                </a:solidFill>
              </a:rPr>
              <a:t> 처리</a:t>
            </a:r>
            <a:endParaRPr lang="en-US" altLang="ko-KR" sz="2800" dirty="0" smtClean="0">
              <a:solidFill>
                <a:schemeClr val="bg1"/>
              </a:solidFill>
            </a:endParaRPr>
          </a:p>
          <a:p>
            <a:endParaRPr lang="en-US" altLang="ko-KR" sz="2800" dirty="0" smtClean="0">
              <a:solidFill>
                <a:schemeClr val="bg1"/>
              </a:solidFill>
            </a:endParaRPr>
          </a:p>
          <a:p>
            <a:r>
              <a:rPr lang="ko-KR" altLang="en-US" sz="2800" dirty="0" smtClean="0">
                <a:solidFill>
                  <a:schemeClr val="bg1"/>
                </a:solidFill>
              </a:rPr>
              <a:t>문자형 데이터를 </a:t>
            </a:r>
            <a:r>
              <a:rPr lang="ko-KR" altLang="en-US" sz="2800" dirty="0" err="1" smtClean="0">
                <a:solidFill>
                  <a:schemeClr val="bg1"/>
                </a:solidFill>
              </a:rPr>
              <a:t>숫자형</a:t>
            </a:r>
            <a:r>
              <a:rPr lang="ko-KR" altLang="en-US" sz="2800" dirty="0" smtClean="0">
                <a:solidFill>
                  <a:schemeClr val="bg1"/>
                </a:solidFill>
              </a:rPr>
              <a:t> 데이터로 </a:t>
            </a:r>
            <a:r>
              <a:rPr lang="ko-KR" altLang="en-US" sz="2800" dirty="0" smtClean="0">
                <a:solidFill>
                  <a:schemeClr val="bg1"/>
                </a:solidFill>
              </a:rPr>
              <a:t>변환</a:t>
            </a:r>
            <a:r>
              <a:rPr lang="en-US" altLang="ko-KR" sz="2800" dirty="0" smtClean="0">
                <a:solidFill>
                  <a:schemeClr val="bg1"/>
                </a:solidFill>
              </a:rPr>
              <a:t>(Ordinal encoding</a:t>
            </a:r>
            <a:r>
              <a:rPr lang="en-US" altLang="ko-KR" sz="2800" dirty="0" smtClean="0">
                <a:solidFill>
                  <a:schemeClr val="bg1"/>
                </a:solidFill>
              </a:rPr>
              <a:t>)</a:t>
            </a:r>
          </a:p>
          <a:p>
            <a:endParaRPr lang="en-US" altLang="ko-KR" sz="2800" dirty="0" smtClean="0">
              <a:solidFill>
                <a:schemeClr val="bg1"/>
              </a:solidFill>
            </a:endParaRPr>
          </a:p>
          <a:p>
            <a:r>
              <a:rPr lang="ko-KR" altLang="en-US" sz="2800" dirty="0" smtClean="0">
                <a:solidFill>
                  <a:schemeClr val="bg1"/>
                </a:solidFill>
              </a:rPr>
              <a:t>원 </a:t>
            </a:r>
            <a:r>
              <a:rPr lang="ko-KR" altLang="en-US" sz="2800" dirty="0" err="1" smtClean="0">
                <a:solidFill>
                  <a:schemeClr val="bg1"/>
                </a:solidFill>
              </a:rPr>
              <a:t>핫</a:t>
            </a:r>
            <a:r>
              <a:rPr lang="ko-KR" altLang="en-US" sz="2800" dirty="0" smtClean="0">
                <a:solidFill>
                  <a:schemeClr val="bg1"/>
                </a:solidFill>
              </a:rPr>
              <a:t> </a:t>
            </a:r>
            <a:r>
              <a:rPr lang="ko-KR" altLang="en-US" sz="2800" dirty="0" err="1" smtClean="0">
                <a:solidFill>
                  <a:schemeClr val="bg1"/>
                </a:solidFill>
              </a:rPr>
              <a:t>인코딩</a:t>
            </a:r>
            <a:r>
              <a:rPr lang="ko-KR" altLang="en-US" sz="2800" dirty="0" smtClean="0">
                <a:solidFill>
                  <a:schemeClr val="bg1"/>
                </a:solidFill>
              </a:rPr>
              <a:t> </a:t>
            </a:r>
            <a:r>
              <a:rPr lang="en-US" altLang="ko-KR" sz="2800" dirty="0" smtClean="0">
                <a:solidFill>
                  <a:schemeClr val="bg1"/>
                </a:solidFill>
              </a:rPr>
              <a:t>(</a:t>
            </a:r>
            <a:r>
              <a:rPr lang="en-US" sz="2800" dirty="0" smtClean="0">
                <a:solidFill>
                  <a:schemeClr val="bg1"/>
                </a:solidFill>
              </a:rPr>
              <a:t>One-hot </a:t>
            </a:r>
            <a:r>
              <a:rPr lang="en-US" sz="2800" dirty="0" smtClean="0">
                <a:solidFill>
                  <a:schemeClr val="bg1"/>
                </a:solidFill>
              </a:rPr>
              <a:t>encoding</a:t>
            </a:r>
            <a:r>
              <a:rPr lang="en-US" altLang="ko-KR" sz="2800" dirty="0" smtClean="0">
                <a:solidFill>
                  <a:schemeClr val="bg1"/>
                </a:solidFill>
              </a:rPr>
              <a:t>)</a:t>
            </a:r>
          </a:p>
          <a:p>
            <a:endParaRPr lang="en-US" altLang="ko-KR" sz="2800" dirty="0" smtClean="0">
              <a:solidFill>
                <a:schemeClr val="bg1"/>
              </a:solidFill>
            </a:endParaRPr>
          </a:p>
          <a:p>
            <a:r>
              <a:rPr lang="ko-KR" altLang="en-US" sz="2800" dirty="0" err="1" smtClean="0">
                <a:solidFill>
                  <a:schemeClr val="bg1"/>
                </a:solidFill>
              </a:rPr>
              <a:t>피쳐</a:t>
            </a:r>
            <a:r>
              <a:rPr lang="ko-KR" altLang="en-US" sz="2800" dirty="0" smtClean="0">
                <a:solidFill>
                  <a:schemeClr val="bg1"/>
                </a:solidFill>
              </a:rPr>
              <a:t> 엔지니어링</a:t>
            </a:r>
            <a:r>
              <a:rPr lang="en-US" altLang="ko-KR" sz="2800" dirty="0" smtClean="0">
                <a:solidFill>
                  <a:schemeClr val="bg1"/>
                </a:solidFill>
              </a:rPr>
              <a:t>(</a:t>
            </a:r>
            <a:r>
              <a:rPr lang="en-US" sz="2800" dirty="0" smtClean="0">
                <a:solidFill>
                  <a:schemeClr val="bg1"/>
                </a:solidFill>
              </a:rPr>
              <a:t>Feature </a:t>
            </a:r>
            <a:r>
              <a:rPr lang="en-US" sz="2800" dirty="0" smtClean="0">
                <a:solidFill>
                  <a:schemeClr val="bg1"/>
                </a:solidFill>
              </a:rPr>
              <a:t>Engineering</a:t>
            </a:r>
            <a:r>
              <a:rPr lang="en-US" altLang="ko-KR" sz="2800" dirty="0" smtClean="0">
                <a:solidFill>
                  <a:schemeClr val="bg1"/>
                </a:solidFill>
              </a:rPr>
              <a:t>)</a:t>
            </a:r>
          </a:p>
          <a:p>
            <a:endParaRPr lang="en-US" altLang="ko-KR" sz="2800" dirty="0" smtClean="0">
              <a:solidFill>
                <a:schemeClr val="bg1"/>
              </a:solidFill>
            </a:endParaRPr>
          </a:p>
          <a:p>
            <a:r>
              <a:rPr lang="ko-KR" altLang="en-US" sz="2800" dirty="0" smtClean="0">
                <a:solidFill>
                  <a:schemeClr val="bg1"/>
                </a:solidFill>
              </a:rPr>
              <a:t>신체 지표 최적화</a:t>
            </a:r>
            <a:r>
              <a:rPr lang="en-US" altLang="ko-KR" sz="2800" dirty="0" smtClean="0">
                <a:solidFill>
                  <a:schemeClr val="bg1"/>
                </a:solidFill>
              </a:rPr>
              <a:t>: BMI (</a:t>
            </a:r>
            <a:r>
              <a:rPr lang="ko-KR" altLang="en-US" sz="2800" dirty="0" err="1" smtClean="0">
                <a:solidFill>
                  <a:schemeClr val="bg1"/>
                </a:solidFill>
              </a:rPr>
              <a:t>체질량지수</a:t>
            </a:r>
            <a:r>
              <a:rPr lang="en-US" altLang="ko-KR" sz="2800" dirty="0" smtClean="0">
                <a:solidFill>
                  <a:schemeClr val="bg1"/>
                </a:solidFill>
              </a:rPr>
              <a:t>)</a:t>
            </a:r>
          </a:p>
          <a:p>
            <a:r>
              <a:rPr lang="en-US" altLang="ko-KR" sz="2800" dirty="0" smtClean="0">
                <a:solidFill>
                  <a:schemeClr val="bg1"/>
                </a:solidFill>
              </a:rPr>
              <a:t/>
            </a:r>
            <a:br>
              <a:rPr lang="en-US" altLang="ko-KR" sz="2800" dirty="0" smtClean="0">
                <a:solidFill>
                  <a:schemeClr val="bg1"/>
                </a:solidFill>
              </a:rPr>
            </a:br>
            <a:r>
              <a:rPr lang="ko-KR" altLang="en-US" sz="2800" dirty="0" smtClean="0">
                <a:solidFill>
                  <a:schemeClr val="bg1"/>
                </a:solidFill>
              </a:rPr>
              <a:t> 혈압 관련 상세 지표</a:t>
            </a:r>
            <a:r>
              <a:rPr lang="en-US" altLang="ko-KR" sz="2800" dirty="0" smtClean="0">
                <a:solidFill>
                  <a:schemeClr val="bg1"/>
                </a:solidFill>
              </a:rPr>
              <a:t>: </a:t>
            </a:r>
            <a:r>
              <a:rPr lang="ko-KR" altLang="en-US" sz="2800" dirty="0" err="1" smtClean="0">
                <a:solidFill>
                  <a:schemeClr val="bg1"/>
                </a:solidFill>
              </a:rPr>
              <a:t>맥압</a:t>
            </a:r>
            <a:r>
              <a:rPr lang="en-US" altLang="ko-KR" sz="2800" dirty="0" smtClean="0">
                <a:solidFill>
                  <a:schemeClr val="bg1"/>
                </a:solidFill>
              </a:rPr>
              <a:t>(Pulse Pressure) &amp; </a:t>
            </a:r>
            <a:r>
              <a:rPr lang="ko-KR" altLang="en-US" sz="2800" dirty="0" smtClean="0">
                <a:solidFill>
                  <a:schemeClr val="bg1"/>
                </a:solidFill>
              </a:rPr>
              <a:t>평균 </a:t>
            </a:r>
            <a:r>
              <a:rPr lang="ko-KR" altLang="en-US" sz="2800" dirty="0" err="1" smtClean="0">
                <a:solidFill>
                  <a:schemeClr val="bg1"/>
                </a:solidFill>
              </a:rPr>
              <a:t>동맥압</a:t>
            </a:r>
            <a:r>
              <a:rPr lang="en-US" altLang="ko-KR" sz="2800" dirty="0" smtClean="0">
                <a:solidFill>
                  <a:schemeClr val="bg1"/>
                </a:solidFill>
              </a:rPr>
              <a:t>(MAP)</a:t>
            </a:r>
          </a:p>
          <a:p>
            <a:r>
              <a:rPr lang="en-US" altLang="ko-KR" sz="2800" dirty="0" smtClean="0">
                <a:solidFill>
                  <a:schemeClr val="bg1"/>
                </a:solidFill>
              </a:rPr>
              <a:t/>
            </a:r>
            <a:br>
              <a:rPr lang="en-US" altLang="ko-KR" sz="2800" dirty="0" smtClean="0">
                <a:solidFill>
                  <a:schemeClr val="bg1"/>
                </a:solidFill>
              </a:rPr>
            </a:br>
            <a:r>
              <a:rPr lang="ko-KR" altLang="en-US" sz="2800" dirty="0" smtClean="0">
                <a:solidFill>
                  <a:schemeClr val="bg1"/>
                </a:solidFill>
              </a:rPr>
              <a:t> 연령과 활동량</a:t>
            </a:r>
            <a:r>
              <a:rPr lang="en-US" altLang="ko-KR" sz="2800" dirty="0" smtClean="0">
                <a:solidFill>
                  <a:schemeClr val="bg1"/>
                </a:solidFill>
              </a:rPr>
              <a:t>(</a:t>
            </a:r>
            <a:r>
              <a:rPr lang="en-US" altLang="ko-KR" sz="2800" dirty="0" err="1" smtClean="0">
                <a:solidFill>
                  <a:schemeClr val="bg1"/>
                </a:solidFill>
              </a:rPr>
              <a:t>age_activity</a:t>
            </a:r>
            <a:r>
              <a:rPr lang="en-US" altLang="ko-KR" sz="2800" dirty="0" smtClean="0">
                <a:solidFill>
                  <a:schemeClr val="bg1"/>
                </a:solidFill>
              </a:rPr>
              <a:t>)</a:t>
            </a:r>
          </a:p>
          <a:p>
            <a:endParaRPr lang="en-US" altLang="ko-KR" sz="2800" dirty="0" smtClean="0">
              <a:solidFill>
                <a:schemeClr val="bg1"/>
              </a:solidFill>
            </a:endParaRPr>
          </a:p>
          <a:p>
            <a:r>
              <a:rPr lang="ko-KR" altLang="en-US" sz="2800" dirty="0" smtClean="0">
                <a:solidFill>
                  <a:schemeClr val="bg1"/>
                </a:solidFill>
              </a:rPr>
              <a:t>연령과 비만도</a:t>
            </a:r>
            <a:r>
              <a:rPr lang="en-US" altLang="ko-KR" sz="2800" dirty="0" smtClean="0">
                <a:solidFill>
                  <a:schemeClr val="bg1"/>
                </a:solidFill>
              </a:rPr>
              <a:t>(</a:t>
            </a:r>
            <a:r>
              <a:rPr lang="en-US" altLang="ko-KR" sz="2800" dirty="0" err="1" smtClean="0">
                <a:solidFill>
                  <a:schemeClr val="bg1"/>
                </a:solidFill>
              </a:rPr>
              <a:t>age_bmi</a:t>
            </a:r>
            <a:r>
              <a:rPr lang="en-US" altLang="ko-KR" sz="2800" dirty="0" smtClean="0">
                <a:solidFill>
                  <a:schemeClr val="bg1"/>
                </a:solidFill>
              </a:rPr>
              <a:t>)</a:t>
            </a:r>
            <a:endParaRPr lang="ko-KR" altLang="en-US" sz="2800" dirty="0" smtClean="0">
              <a:solidFill>
                <a:schemeClr val="bg1"/>
              </a:solidFill>
            </a:endParaRPr>
          </a:p>
        </p:txBody>
      </p:sp>
      <p:pic>
        <p:nvPicPr>
          <p:cNvPr id="13" name="Picture 8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139700" y="-127000"/>
            <a:ext cx="18567400" cy="1079500"/>
          </a:xfrm>
          <a:prstGeom prst="rect">
            <a:avLst/>
          </a:prstGeom>
        </p:spPr>
      </p:pic>
      <p:sp>
        <p:nvSpPr>
          <p:cNvPr id="14" name="TextBox 9"/>
          <p:cNvSpPr txBox="1"/>
          <p:nvPr/>
        </p:nvSpPr>
        <p:spPr>
          <a:xfrm>
            <a:off x="1130300" y="342900"/>
            <a:ext cx="2501900" cy="6731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ko-KR" sz="1900" b="0" i="0" u="none" strike="noStrike">
                <a:solidFill>
                  <a:srgbClr val="000000"/>
                </a:solidFill>
                <a:ea typeface="Pretendard Bold"/>
              </a:rPr>
              <a:t>오즈코딩스쿨</a:t>
            </a:r>
          </a:p>
          <a:p>
            <a:pPr lvl="0" algn="l">
              <a:lnSpc>
                <a:spcPct val="116199"/>
              </a:lnSpc>
            </a:pPr>
            <a:endParaRPr/>
          </a:p>
        </p:txBody>
      </p:sp>
      <p:pic>
        <p:nvPicPr>
          <p:cNvPr id="15" name="Picture 10"/>
          <p:cNvPicPr>
            <a:picLocks noChangeAspect="1"/>
          </p:cNvPicPr>
          <p:nvPr/>
        </p:nvPicPr>
        <p:blipFill>
          <a:blip r:embed="rId6" cstate="print"/>
          <a:stretch>
            <a:fillRect/>
          </a:stretch>
        </p:blipFill>
        <p:spPr>
          <a:xfrm>
            <a:off x="457200" y="228600"/>
            <a:ext cx="508000" cy="508000"/>
          </a:xfrm>
          <a:prstGeom prst="rect">
            <a:avLst/>
          </a:prstGeom>
          <a:effectLst>
            <a:outerShdw blurRad="2628" dist="47414" dir="2700000">
              <a:srgbClr val="000000">
                <a:alpha val="50000"/>
              </a:srgbClr>
            </a:outerShdw>
          </a:effectLst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1858530700" y="-1672678900"/>
            <a:ext cx="2147483647" cy="2147483647"/>
            <a:chOff x="0" y="0"/>
            <a:chExt cx="0" cy="0"/>
          </a:xfrm>
        </p:grpSpPr>
      </p:grpSp>
      <p:grpSp>
        <p:nvGrpSpPr>
          <p:cNvPr id="5" name="Group 5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6" name="Group 6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pic>
        <p:nvPicPr>
          <p:cNvPr id="7" name="Pictur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21000" y="9283700"/>
            <a:ext cx="1905000" cy="228600"/>
          </a:xfrm>
          <a:prstGeom prst="rect">
            <a:avLst/>
          </a:prstGeom>
        </p:spPr>
      </p:pic>
      <p:pic>
        <p:nvPicPr>
          <p:cNvPr id="8" name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6200000">
            <a:off x="15392400" y="9283700"/>
            <a:ext cx="228600" cy="2286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9512300"/>
            <a:ext cx="16764000" cy="12700"/>
          </a:xfrm>
          <a:prstGeom prst="rect">
            <a:avLst/>
          </a:prstGeom>
        </p:spPr>
      </p:pic>
      <p:sp>
        <p:nvSpPr>
          <p:cNvPr id="11" name="TextBox 11"/>
          <p:cNvSpPr txBox="1"/>
          <p:nvPr/>
        </p:nvSpPr>
        <p:spPr>
          <a:xfrm>
            <a:off x="7086600" y="4648200"/>
            <a:ext cx="5200672" cy="10668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ko-KR" sz="6000" b="0" i="0" u="none" strike="noStrike" dirty="0">
                <a:solidFill>
                  <a:schemeClr val="bg1"/>
                </a:solidFill>
                <a:latin typeface="HY견고딕" pitchFamily="18" charset="-127"/>
                <a:ea typeface="HY견고딕" pitchFamily="18" charset="-127"/>
              </a:rPr>
              <a:t>데이터</a:t>
            </a:r>
            <a:r>
              <a:rPr lang="en-US" sz="6000" b="0" i="0" u="none" strike="noStrike" dirty="0">
                <a:solidFill>
                  <a:schemeClr val="bg1"/>
                </a:solidFill>
                <a:latin typeface="HY견고딕" pitchFamily="18" charset="-127"/>
                <a:ea typeface="HY견고딕" pitchFamily="18" charset="-127"/>
              </a:rPr>
              <a:t> </a:t>
            </a:r>
            <a:r>
              <a:rPr lang="ko-KR" sz="6000" b="0" i="0" u="none" strike="noStrike" dirty="0">
                <a:solidFill>
                  <a:schemeClr val="bg1"/>
                </a:solidFill>
                <a:latin typeface="HY견고딕" pitchFamily="18" charset="-127"/>
                <a:ea typeface="HY견고딕" pitchFamily="18" charset="-127"/>
              </a:rPr>
              <a:t>전처리</a:t>
            </a:r>
          </a:p>
        </p:txBody>
      </p:sp>
      <p:pic>
        <p:nvPicPr>
          <p:cNvPr id="12" name="Picture 8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139700" y="-127000"/>
            <a:ext cx="18567400" cy="1079500"/>
          </a:xfrm>
          <a:prstGeom prst="rect">
            <a:avLst/>
          </a:prstGeom>
        </p:spPr>
      </p:pic>
      <p:sp>
        <p:nvSpPr>
          <p:cNvPr id="13" name="TextBox 9"/>
          <p:cNvSpPr txBox="1"/>
          <p:nvPr/>
        </p:nvSpPr>
        <p:spPr>
          <a:xfrm>
            <a:off x="1130300" y="342900"/>
            <a:ext cx="2501900" cy="6731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ko-KR" sz="1900" b="0" i="0" u="none" strike="noStrike">
                <a:solidFill>
                  <a:srgbClr val="000000"/>
                </a:solidFill>
                <a:ea typeface="Pretendard Bold"/>
              </a:rPr>
              <a:t>오즈코딩스쿨</a:t>
            </a:r>
          </a:p>
          <a:p>
            <a:pPr lvl="0" algn="l">
              <a:lnSpc>
                <a:spcPct val="116199"/>
              </a:lnSpc>
            </a:pPr>
            <a:endParaRPr/>
          </a:p>
        </p:txBody>
      </p:sp>
      <p:pic>
        <p:nvPicPr>
          <p:cNvPr id="14" name="Picture 10"/>
          <p:cNvPicPr>
            <a:picLocks noChangeAspect="1"/>
          </p:cNvPicPr>
          <p:nvPr/>
        </p:nvPicPr>
        <p:blipFill>
          <a:blip r:embed="rId6" cstate="print"/>
          <a:stretch>
            <a:fillRect/>
          </a:stretch>
        </p:blipFill>
        <p:spPr>
          <a:xfrm>
            <a:off x="457200" y="228600"/>
            <a:ext cx="508000" cy="508000"/>
          </a:xfrm>
          <a:prstGeom prst="rect">
            <a:avLst/>
          </a:prstGeom>
          <a:effectLst>
            <a:outerShdw blurRad="2628" dist="47414" dir="2700000">
              <a:srgbClr val="000000">
                <a:alpha val="50000"/>
              </a:srgbClr>
            </a:outerShdw>
          </a:effectLst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1858530700" y="-1672678900"/>
            <a:ext cx="2147483647" cy="2147483647"/>
            <a:chOff x="0" y="0"/>
            <a:chExt cx="0" cy="0"/>
          </a:xfrm>
        </p:grpSpPr>
      </p:grpSp>
      <p:grpSp>
        <p:nvGrpSpPr>
          <p:cNvPr id="5" name="Group 5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6" name="Group 6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pic>
        <p:nvPicPr>
          <p:cNvPr id="7" name="Pictur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21000" y="9283700"/>
            <a:ext cx="1905000" cy="228600"/>
          </a:xfrm>
          <a:prstGeom prst="rect">
            <a:avLst/>
          </a:prstGeom>
        </p:spPr>
      </p:pic>
      <p:pic>
        <p:nvPicPr>
          <p:cNvPr id="8" name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6200000">
            <a:off x="15392400" y="9283700"/>
            <a:ext cx="228600" cy="2286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9512300"/>
            <a:ext cx="16764000" cy="12700"/>
          </a:xfrm>
          <a:prstGeom prst="rect">
            <a:avLst/>
          </a:prstGeom>
        </p:spPr>
      </p:pic>
      <p:sp>
        <p:nvSpPr>
          <p:cNvPr id="11" name="TextBox 11"/>
          <p:cNvSpPr txBox="1"/>
          <p:nvPr/>
        </p:nvSpPr>
        <p:spPr>
          <a:xfrm>
            <a:off x="5572148" y="4230710"/>
            <a:ext cx="7929570" cy="7112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en-US" sz="4000" b="0" i="0" u="none" strike="noStrike" dirty="0">
                <a:solidFill>
                  <a:schemeClr val="bg1"/>
                </a:solidFill>
                <a:latin typeface="HY견고딕" pitchFamily="18" charset="-127"/>
                <a:ea typeface="HY견고딕" pitchFamily="18" charset="-127"/>
              </a:rPr>
              <a:t>Feature Encoding </a:t>
            </a:r>
            <a:r>
              <a:rPr lang="ko-KR" sz="4000" b="0" i="0" u="none" strike="noStrike" dirty="0">
                <a:solidFill>
                  <a:schemeClr val="bg1"/>
                </a:solidFill>
                <a:latin typeface="HY견고딕" pitchFamily="18" charset="-127"/>
                <a:ea typeface="HY견고딕" pitchFamily="18" charset="-127"/>
              </a:rPr>
              <a:t>및</a:t>
            </a:r>
            <a:r>
              <a:rPr lang="en-US" sz="4000" b="0" i="0" u="none" strike="noStrike" dirty="0">
                <a:solidFill>
                  <a:schemeClr val="bg1"/>
                </a:solidFill>
                <a:latin typeface="HY견고딕" pitchFamily="18" charset="-127"/>
                <a:ea typeface="HY견고딕" pitchFamily="18" charset="-127"/>
              </a:rPr>
              <a:t> </a:t>
            </a:r>
            <a:r>
              <a:rPr lang="ko-KR" sz="4000" b="0" i="0" u="none" strike="noStrike" dirty="0">
                <a:solidFill>
                  <a:schemeClr val="bg1"/>
                </a:solidFill>
                <a:latin typeface="HY견고딕" pitchFamily="18" charset="-127"/>
                <a:ea typeface="HY견고딕" pitchFamily="18" charset="-127"/>
              </a:rPr>
              <a:t>표현</a:t>
            </a:r>
            <a:r>
              <a:rPr lang="en-US" sz="4000" b="0" i="0" u="none" strike="noStrike" dirty="0">
                <a:solidFill>
                  <a:schemeClr val="bg1"/>
                </a:solidFill>
                <a:latin typeface="HY견고딕" pitchFamily="18" charset="-127"/>
                <a:ea typeface="HY견고딕" pitchFamily="18" charset="-127"/>
              </a:rPr>
              <a:t> </a:t>
            </a:r>
            <a:r>
              <a:rPr lang="ko-KR" sz="4000" b="0" i="0" u="none" strike="noStrike" dirty="0" smtClean="0">
                <a:solidFill>
                  <a:schemeClr val="bg1"/>
                </a:solidFill>
                <a:latin typeface="HY견고딕" pitchFamily="18" charset="-127"/>
                <a:ea typeface="HY견고딕" pitchFamily="18" charset="-127"/>
              </a:rPr>
              <a:t>방식</a:t>
            </a:r>
            <a:endParaRPr lang="en-US" altLang="ko-KR" sz="4000" b="0" i="0" u="none" strike="noStrike" dirty="0" smtClean="0">
              <a:solidFill>
                <a:schemeClr val="bg1"/>
              </a:solidFill>
              <a:latin typeface="HY견고딕" pitchFamily="18" charset="-127"/>
              <a:ea typeface="HY견고딕" pitchFamily="18" charset="-127"/>
            </a:endParaRPr>
          </a:p>
          <a:p>
            <a:pPr lvl="0" algn="l">
              <a:lnSpc>
                <a:spcPct val="116199"/>
              </a:lnSpc>
            </a:pPr>
            <a:endParaRPr lang="en-US" altLang="ko-KR" sz="4000" dirty="0" smtClean="0">
              <a:solidFill>
                <a:schemeClr val="bg1"/>
              </a:solidFill>
              <a:ea typeface="Pretendard Bold"/>
            </a:endParaRPr>
          </a:p>
          <a:p>
            <a:pPr lvl="0" algn="l">
              <a:lnSpc>
                <a:spcPct val="116199"/>
              </a:lnSpc>
            </a:pPr>
            <a:endParaRPr lang="ko-KR" sz="4000" b="0" i="0" u="none" strike="noStrike" dirty="0">
              <a:solidFill>
                <a:schemeClr val="bg1"/>
              </a:solidFill>
              <a:ea typeface="Pretendard Bold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7143736" y="5214938"/>
            <a:ext cx="5000660" cy="7112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ko-KR" sz="4000" b="0" i="0" u="none" strike="noStrike" dirty="0" err="1">
                <a:solidFill>
                  <a:schemeClr val="bg1"/>
                </a:solidFill>
                <a:latin typeface="HY견고딕" pitchFamily="18" charset="-127"/>
                <a:ea typeface="HY견고딕" pitchFamily="18" charset="-127"/>
              </a:rPr>
              <a:t>결측치</a:t>
            </a:r>
            <a:r>
              <a:rPr lang="en-US" sz="4000" b="0" i="0" u="none" strike="noStrike" dirty="0">
                <a:solidFill>
                  <a:schemeClr val="bg1"/>
                </a:solidFill>
                <a:latin typeface="HY견고딕" pitchFamily="18" charset="-127"/>
                <a:ea typeface="HY견고딕" pitchFamily="18" charset="-127"/>
              </a:rPr>
              <a:t> </a:t>
            </a:r>
            <a:r>
              <a:rPr lang="ko-KR" sz="4000" b="0" i="0" u="none" strike="noStrike" dirty="0">
                <a:solidFill>
                  <a:schemeClr val="bg1"/>
                </a:solidFill>
                <a:latin typeface="HY견고딕" pitchFamily="18" charset="-127"/>
                <a:ea typeface="HY견고딕" pitchFamily="18" charset="-127"/>
              </a:rPr>
              <a:t>처리</a:t>
            </a:r>
            <a:r>
              <a:rPr lang="en-US" sz="4000" b="0" i="0" u="none" strike="noStrike" dirty="0">
                <a:solidFill>
                  <a:schemeClr val="bg1"/>
                </a:solidFill>
                <a:latin typeface="HY견고딕" pitchFamily="18" charset="-127"/>
                <a:ea typeface="HY견고딕" pitchFamily="18" charset="-127"/>
              </a:rPr>
              <a:t> </a:t>
            </a:r>
            <a:r>
              <a:rPr lang="ko-KR" sz="4000" b="0" i="0" u="none" strike="noStrike" dirty="0">
                <a:solidFill>
                  <a:schemeClr val="bg1"/>
                </a:solidFill>
                <a:latin typeface="HY견고딕" pitchFamily="18" charset="-127"/>
                <a:ea typeface="HY견고딕" pitchFamily="18" charset="-127"/>
              </a:rPr>
              <a:t>전략</a:t>
            </a:r>
          </a:p>
        </p:txBody>
      </p:sp>
      <p:pic>
        <p:nvPicPr>
          <p:cNvPr id="13" name="Picture 8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139700" y="-127000"/>
            <a:ext cx="18567400" cy="1079500"/>
          </a:xfrm>
          <a:prstGeom prst="rect">
            <a:avLst/>
          </a:prstGeom>
        </p:spPr>
      </p:pic>
      <p:sp>
        <p:nvSpPr>
          <p:cNvPr id="14" name="TextBox 9"/>
          <p:cNvSpPr txBox="1"/>
          <p:nvPr/>
        </p:nvSpPr>
        <p:spPr>
          <a:xfrm>
            <a:off x="1130300" y="342900"/>
            <a:ext cx="2501900" cy="6731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ko-KR" sz="1900" b="0" i="0" u="none" strike="noStrike">
                <a:solidFill>
                  <a:srgbClr val="000000"/>
                </a:solidFill>
                <a:ea typeface="Pretendard Bold"/>
              </a:rPr>
              <a:t>오즈코딩스쿨</a:t>
            </a:r>
          </a:p>
          <a:p>
            <a:pPr lvl="0" algn="l">
              <a:lnSpc>
                <a:spcPct val="116199"/>
              </a:lnSpc>
            </a:pPr>
            <a:endParaRPr/>
          </a:p>
        </p:txBody>
      </p:sp>
      <p:pic>
        <p:nvPicPr>
          <p:cNvPr id="15" name="Picture 10"/>
          <p:cNvPicPr>
            <a:picLocks noChangeAspect="1"/>
          </p:cNvPicPr>
          <p:nvPr/>
        </p:nvPicPr>
        <p:blipFill>
          <a:blip r:embed="rId6" cstate="print"/>
          <a:stretch>
            <a:fillRect/>
          </a:stretch>
        </p:blipFill>
        <p:spPr>
          <a:xfrm>
            <a:off x="457200" y="228600"/>
            <a:ext cx="508000" cy="508000"/>
          </a:xfrm>
          <a:prstGeom prst="rect">
            <a:avLst/>
          </a:prstGeom>
          <a:effectLst>
            <a:outerShdw blurRad="2628" dist="47414" dir="2700000">
              <a:srgbClr val="000000">
                <a:alpha val="50000"/>
              </a:srgbClr>
            </a:outerShdw>
          </a:effectLst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 descr="ca5hgo1rj4fsxzz_page-000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4383" y="1142972"/>
            <a:ext cx="14750406" cy="8359088"/>
          </a:xfrm>
          <a:prstGeom prst="rect">
            <a:avLst/>
          </a:prstGeom>
        </p:spPr>
      </p:pic>
      <p:grpSp>
        <p:nvGrpSpPr>
          <p:cNvPr id="2" name="Group 2"/>
          <p:cNvGrpSpPr/>
          <p:nvPr/>
        </p:nvGrpSpPr>
        <p:grpSpPr>
          <a:xfrm>
            <a:off x="-1858530700" y="-1672678900"/>
            <a:ext cx="2147483647" cy="2147483647"/>
            <a:chOff x="0" y="0"/>
            <a:chExt cx="0" cy="0"/>
          </a:xfrm>
        </p:grpSpPr>
      </p:grpSp>
      <p:grpSp>
        <p:nvGrpSpPr>
          <p:cNvPr id="3" name="Group 7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pic>
        <p:nvPicPr>
          <p:cNvPr id="8" name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621000" y="9283700"/>
            <a:ext cx="1905000" cy="2286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6200000">
            <a:off x="15392400" y="9283700"/>
            <a:ext cx="228600" cy="228600"/>
          </a:xfrm>
          <a:prstGeom prst="rect">
            <a:avLst/>
          </a:prstGeom>
        </p:spPr>
      </p:pic>
      <p:pic>
        <p:nvPicPr>
          <p:cNvPr id="10" name="Picture 10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2000" y="9512300"/>
            <a:ext cx="16764000" cy="12700"/>
          </a:xfrm>
          <a:prstGeom prst="rect">
            <a:avLst/>
          </a:prstGeom>
        </p:spPr>
      </p:pic>
      <p:pic>
        <p:nvPicPr>
          <p:cNvPr id="12" name="Picture 8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139700" y="-127000"/>
            <a:ext cx="18567400" cy="1079500"/>
          </a:xfrm>
          <a:prstGeom prst="rect">
            <a:avLst/>
          </a:prstGeom>
        </p:spPr>
      </p:pic>
      <p:sp>
        <p:nvSpPr>
          <p:cNvPr id="13" name="TextBox 9"/>
          <p:cNvSpPr txBox="1"/>
          <p:nvPr/>
        </p:nvSpPr>
        <p:spPr>
          <a:xfrm>
            <a:off x="1130300" y="342900"/>
            <a:ext cx="2501900" cy="6731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ko-KR" sz="1900" b="0" i="0" u="none" strike="noStrike">
                <a:solidFill>
                  <a:srgbClr val="000000"/>
                </a:solidFill>
                <a:ea typeface="Pretendard Bold"/>
              </a:rPr>
              <a:t>오즈코딩스쿨</a:t>
            </a:r>
          </a:p>
          <a:p>
            <a:pPr lvl="0" algn="l">
              <a:lnSpc>
                <a:spcPct val="116199"/>
              </a:lnSpc>
            </a:pPr>
            <a:endParaRPr/>
          </a:p>
        </p:txBody>
      </p:sp>
      <p:pic>
        <p:nvPicPr>
          <p:cNvPr id="15" name="Picture 10"/>
          <p:cNvPicPr>
            <a:picLocks noChangeAspect="1"/>
          </p:cNvPicPr>
          <p:nvPr/>
        </p:nvPicPr>
        <p:blipFill>
          <a:blip r:embed="rId7" cstate="print"/>
          <a:stretch>
            <a:fillRect/>
          </a:stretch>
        </p:blipFill>
        <p:spPr>
          <a:xfrm>
            <a:off x="457200" y="228600"/>
            <a:ext cx="508000" cy="508000"/>
          </a:xfrm>
          <a:prstGeom prst="rect">
            <a:avLst/>
          </a:prstGeom>
          <a:effectLst>
            <a:outerShdw blurRad="2628" dist="47414" dir="2700000">
              <a:srgbClr val="000000">
                <a:alpha val="50000"/>
              </a:srgbClr>
            </a:outerShdw>
          </a:effectLst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1858530700" y="-1672678900"/>
            <a:ext cx="2147483647" cy="2147483647"/>
            <a:chOff x="0" y="0"/>
            <a:chExt cx="0" cy="0"/>
          </a:xfrm>
        </p:grpSpPr>
      </p:grpSp>
      <p:grpSp>
        <p:nvGrpSpPr>
          <p:cNvPr id="5" name="Group 5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6" name="Group 6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pic>
        <p:nvPicPr>
          <p:cNvPr id="7" name="Pictur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21000" y="9283700"/>
            <a:ext cx="1905000" cy="228600"/>
          </a:xfrm>
          <a:prstGeom prst="rect">
            <a:avLst/>
          </a:prstGeom>
        </p:spPr>
      </p:pic>
      <p:pic>
        <p:nvPicPr>
          <p:cNvPr id="8" name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6200000">
            <a:off x="15392400" y="9283700"/>
            <a:ext cx="228600" cy="2286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9512300"/>
            <a:ext cx="16764000" cy="12700"/>
          </a:xfrm>
          <a:prstGeom prst="rect">
            <a:avLst/>
          </a:prstGeom>
        </p:spPr>
      </p:pic>
      <p:sp>
        <p:nvSpPr>
          <p:cNvPr id="11" name="TextBox 11"/>
          <p:cNvSpPr txBox="1"/>
          <p:nvPr/>
        </p:nvSpPr>
        <p:spPr>
          <a:xfrm>
            <a:off x="762000" y="1727200"/>
            <a:ext cx="6896100" cy="7112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ko-KR" sz="4000" b="0" i="0" u="none" strike="noStrike" dirty="0">
                <a:solidFill>
                  <a:schemeClr val="bg1"/>
                </a:solidFill>
                <a:latin typeface="HY견고딕" pitchFamily="18" charset="-127"/>
                <a:ea typeface="HY견고딕" pitchFamily="18" charset="-127"/>
              </a:rPr>
              <a:t>입력</a:t>
            </a:r>
            <a:r>
              <a:rPr lang="en-US" sz="4000" b="0" i="0" u="none" strike="noStrike" dirty="0">
                <a:solidFill>
                  <a:schemeClr val="bg1"/>
                </a:solidFill>
                <a:latin typeface="HY견고딕" pitchFamily="18" charset="-127"/>
                <a:ea typeface="HY견고딕" pitchFamily="18" charset="-127"/>
              </a:rPr>
              <a:t> </a:t>
            </a:r>
            <a:r>
              <a:rPr lang="ko-KR" sz="4000" b="0" i="0" u="none" strike="noStrike" dirty="0">
                <a:solidFill>
                  <a:schemeClr val="bg1"/>
                </a:solidFill>
                <a:latin typeface="HY견고딕" pitchFamily="18" charset="-127"/>
                <a:ea typeface="HY견고딕" pitchFamily="18" charset="-127"/>
              </a:rPr>
              <a:t>데이터</a:t>
            </a:r>
            <a:r>
              <a:rPr lang="en-US" sz="4000" b="0" i="0" u="none" strike="noStrike" dirty="0">
                <a:solidFill>
                  <a:schemeClr val="bg1"/>
                </a:solidFill>
                <a:latin typeface="HY견고딕" pitchFamily="18" charset="-127"/>
                <a:ea typeface="HY견고딕" pitchFamily="18" charset="-127"/>
              </a:rPr>
              <a:t> </a:t>
            </a:r>
            <a:r>
              <a:rPr lang="ko-KR" sz="4000" b="0" i="0" u="none" strike="noStrike" dirty="0">
                <a:solidFill>
                  <a:schemeClr val="bg1"/>
                </a:solidFill>
                <a:latin typeface="HY견고딕" pitchFamily="18" charset="-127"/>
                <a:ea typeface="HY견고딕" pitchFamily="18" charset="-127"/>
              </a:rPr>
              <a:t>정규화</a:t>
            </a:r>
            <a:r>
              <a:rPr lang="en-US" sz="4000" b="0" i="0" u="none" strike="noStrike" dirty="0">
                <a:solidFill>
                  <a:schemeClr val="bg1"/>
                </a:solidFill>
                <a:latin typeface="HY견고딕" pitchFamily="18" charset="-127"/>
                <a:ea typeface="HY견고딕" pitchFamily="18" charset="-127"/>
              </a:rPr>
              <a:t> &amp; </a:t>
            </a:r>
            <a:r>
              <a:rPr lang="ko-KR" sz="4000" b="0" i="0" u="none" strike="noStrike" dirty="0">
                <a:solidFill>
                  <a:schemeClr val="bg1"/>
                </a:solidFill>
                <a:latin typeface="HY견고딕" pitchFamily="18" charset="-127"/>
                <a:ea typeface="HY견고딕" pitchFamily="18" charset="-127"/>
              </a:rPr>
              <a:t>스케일링</a:t>
            </a:r>
          </a:p>
        </p:txBody>
      </p:sp>
      <p:pic>
        <p:nvPicPr>
          <p:cNvPr id="12" name="Picture 8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139700" y="-127000"/>
            <a:ext cx="18567400" cy="1079500"/>
          </a:xfrm>
          <a:prstGeom prst="rect">
            <a:avLst/>
          </a:prstGeom>
        </p:spPr>
      </p:pic>
      <p:sp>
        <p:nvSpPr>
          <p:cNvPr id="13" name="TextBox 9"/>
          <p:cNvSpPr txBox="1"/>
          <p:nvPr/>
        </p:nvSpPr>
        <p:spPr>
          <a:xfrm>
            <a:off x="1130300" y="342900"/>
            <a:ext cx="2501900" cy="6731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ko-KR" sz="1900" b="0" i="0" u="none" strike="noStrike">
                <a:solidFill>
                  <a:srgbClr val="000000"/>
                </a:solidFill>
                <a:ea typeface="Pretendard Bold"/>
              </a:rPr>
              <a:t>오즈코딩스쿨</a:t>
            </a:r>
          </a:p>
          <a:p>
            <a:pPr lvl="0" algn="l">
              <a:lnSpc>
                <a:spcPct val="116199"/>
              </a:lnSpc>
            </a:pPr>
            <a:endParaRPr/>
          </a:p>
        </p:txBody>
      </p:sp>
      <p:pic>
        <p:nvPicPr>
          <p:cNvPr id="14" name="Picture 10"/>
          <p:cNvPicPr>
            <a:picLocks noChangeAspect="1"/>
          </p:cNvPicPr>
          <p:nvPr/>
        </p:nvPicPr>
        <p:blipFill>
          <a:blip r:embed="rId6" cstate="print"/>
          <a:stretch>
            <a:fillRect/>
          </a:stretch>
        </p:blipFill>
        <p:spPr>
          <a:xfrm>
            <a:off x="457200" y="228600"/>
            <a:ext cx="508000" cy="508000"/>
          </a:xfrm>
          <a:prstGeom prst="rect">
            <a:avLst/>
          </a:prstGeom>
          <a:effectLst>
            <a:outerShdw blurRad="2628" dist="47414" dir="2700000">
              <a:srgbClr val="000000">
                <a:alpha val="50000"/>
              </a:srgbClr>
            </a:outerShdw>
          </a:effectLst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1858530700" y="-1672678900"/>
            <a:ext cx="2147483647" cy="2147483647"/>
            <a:chOff x="0" y="0"/>
            <a:chExt cx="0" cy="0"/>
          </a:xfrm>
        </p:grpSpPr>
      </p:grpSp>
      <p:grpSp>
        <p:nvGrpSpPr>
          <p:cNvPr id="5" name="Group 5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6" name="Group 6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pic>
        <p:nvPicPr>
          <p:cNvPr id="7" name="Pictur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21000" y="9283700"/>
            <a:ext cx="1905000" cy="228600"/>
          </a:xfrm>
          <a:prstGeom prst="rect">
            <a:avLst/>
          </a:prstGeom>
        </p:spPr>
      </p:pic>
      <p:pic>
        <p:nvPicPr>
          <p:cNvPr id="8" name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6200000">
            <a:off x="15392400" y="9283700"/>
            <a:ext cx="228600" cy="2286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9512300"/>
            <a:ext cx="16764000" cy="12700"/>
          </a:xfrm>
          <a:prstGeom prst="rect">
            <a:avLst/>
          </a:prstGeom>
        </p:spPr>
      </p:pic>
      <p:sp>
        <p:nvSpPr>
          <p:cNvPr id="11" name="TextBox 11"/>
          <p:cNvSpPr txBox="1"/>
          <p:nvPr/>
        </p:nvSpPr>
        <p:spPr>
          <a:xfrm>
            <a:off x="762000" y="1727200"/>
            <a:ext cx="4810100" cy="7112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ko-KR" sz="4000" b="0" i="0" u="none" strike="noStrike" dirty="0">
                <a:solidFill>
                  <a:schemeClr val="bg1"/>
                </a:solidFill>
                <a:ea typeface="Pretendard Bold"/>
              </a:rPr>
              <a:t>학습</a:t>
            </a:r>
            <a:r>
              <a:rPr lang="en-US" sz="4000" b="0" i="0" u="none" strike="noStrike" dirty="0">
                <a:solidFill>
                  <a:schemeClr val="bg1"/>
                </a:solidFill>
                <a:latin typeface="Pretendard Bold"/>
              </a:rPr>
              <a:t> </a:t>
            </a:r>
            <a:r>
              <a:rPr lang="ko-KR" sz="4000" b="0" i="0" u="none" strike="noStrike" dirty="0">
                <a:solidFill>
                  <a:schemeClr val="bg1"/>
                </a:solidFill>
                <a:latin typeface="+mj-ea"/>
                <a:ea typeface="+mj-ea"/>
              </a:rPr>
              <a:t>데이터</a:t>
            </a:r>
            <a:r>
              <a:rPr lang="en-US" sz="4000" b="0" i="0" u="none" strike="noStrike" dirty="0">
                <a:solidFill>
                  <a:schemeClr val="bg1"/>
                </a:solidFill>
                <a:latin typeface="Pretendard Bold"/>
              </a:rPr>
              <a:t> </a:t>
            </a:r>
            <a:r>
              <a:rPr lang="ko-KR" sz="4000" b="0" i="0" u="none" strike="noStrike" dirty="0">
                <a:solidFill>
                  <a:schemeClr val="bg1"/>
                </a:solidFill>
                <a:ea typeface="Pretendard Bold"/>
              </a:rPr>
              <a:t>구성</a:t>
            </a:r>
          </a:p>
        </p:txBody>
      </p:sp>
      <p:pic>
        <p:nvPicPr>
          <p:cNvPr id="12" name="Picture 8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139700" y="-127000"/>
            <a:ext cx="18567400" cy="1079500"/>
          </a:xfrm>
          <a:prstGeom prst="rect">
            <a:avLst/>
          </a:prstGeom>
        </p:spPr>
      </p:pic>
      <p:sp>
        <p:nvSpPr>
          <p:cNvPr id="13" name="TextBox 9"/>
          <p:cNvSpPr txBox="1"/>
          <p:nvPr/>
        </p:nvSpPr>
        <p:spPr>
          <a:xfrm>
            <a:off x="1130300" y="342900"/>
            <a:ext cx="2501900" cy="6731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ko-KR" sz="1900" b="0" i="0" u="none" strike="noStrike">
                <a:solidFill>
                  <a:srgbClr val="000000"/>
                </a:solidFill>
                <a:ea typeface="Pretendard Bold"/>
              </a:rPr>
              <a:t>오즈코딩스쿨</a:t>
            </a:r>
          </a:p>
          <a:p>
            <a:pPr lvl="0" algn="l">
              <a:lnSpc>
                <a:spcPct val="116199"/>
              </a:lnSpc>
            </a:pPr>
            <a:endParaRPr/>
          </a:p>
        </p:txBody>
      </p:sp>
      <p:pic>
        <p:nvPicPr>
          <p:cNvPr id="14" name="Picture 10"/>
          <p:cNvPicPr>
            <a:picLocks noChangeAspect="1"/>
          </p:cNvPicPr>
          <p:nvPr/>
        </p:nvPicPr>
        <p:blipFill>
          <a:blip r:embed="rId6" cstate="print"/>
          <a:stretch>
            <a:fillRect/>
          </a:stretch>
        </p:blipFill>
        <p:spPr>
          <a:xfrm>
            <a:off x="457200" y="228600"/>
            <a:ext cx="508000" cy="508000"/>
          </a:xfrm>
          <a:prstGeom prst="rect">
            <a:avLst/>
          </a:prstGeom>
          <a:effectLst>
            <a:outerShdw blurRad="2628" dist="47414" dir="2700000">
              <a:srgbClr val="000000">
                <a:alpha val="50000"/>
              </a:srgbClr>
            </a:outerShdw>
          </a:effectLst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1858530700" y="-1672678900"/>
            <a:ext cx="2147483647" cy="2147483647"/>
            <a:chOff x="0" y="0"/>
            <a:chExt cx="0" cy="0"/>
          </a:xfrm>
        </p:grpSpPr>
      </p:grpSp>
      <p:grpSp>
        <p:nvGrpSpPr>
          <p:cNvPr id="5" name="Group 5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6" name="Group 6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pic>
        <p:nvPicPr>
          <p:cNvPr id="7" name="Pictur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21000" y="9283700"/>
            <a:ext cx="1905000" cy="228600"/>
          </a:xfrm>
          <a:prstGeom prst="rect">
            <a:avLst/>
          </a:prstGeom>
        </p:spPr>
      </p:pic>
      <p:pic>
        <p:nvPicPr>
          <p:cNvPr id="8" name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6200000">
            <a:off x="15392400" y="9283700"/>
            <a:ext cx="228600" cy="2286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9512300"/>
            <a:ext cx="16764000" cy="12700"/>
          </a:xfrm>
          <a:prstGeom prst="rect">
            <a:avLst/>
          </a:prstGeom>
        </p:spPr>
      </p:pic>
      <p:sp>
        <p:nvSpPr>
          <p:cNvPr id="11" name="TextBox 11"/>
          <p:cNvSpPr txBox="1"/>
          <p:nvPr/>
        </p:nvSpPr>
        <p:spPr>
          <a:xfrm>
            <a:off x="762000" y="1727200"/>
            <a:ext cx="2595522" cy="7112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ko-KR" sz="4000" b="0" i="0" u="none" strike="noStrike" dirty="0">
                <a:solidFill>
                  <a:schemeClr val="bg1"/>
                </a:solidFill>
                <a:ea typeface="Pretendard Bold"/>
              </a:rPr>
              <a:t>데이터</a:t>
            </a:r>
            <a:r>
              <a:rPr lang="en-US" sz="4000" b="0" i="0" u="none" strike="noStrike" dirty="0">
                <a:solidFill>
                  <a:schemeClr val="bg1"/>
                </a:solidFill>
                <a:latin typeface="Pretendard Bold"/>
              </a:rPr>
              <a:t> </a:t>
            </a:r>
            <a:r>
              <a:rPr lang="ko-KR" sz="4000" b="0" i="0" u="none" strike="noStrike" dirty="0">
                <a:solidFill>
                  <a:schemeClr val="bg1"/>
                </a:solidFill>
                <a:ea typeface="Pretendard Bold"/>
              </a:rPr>
              <a:t>분리</a:t>
            </a:r>
          </a:p>
        </p:txBody>
      </p:sp>
      <p:pic>
        <p:nvPicPr>
          <p:cNvPr id="12" name="Picture 8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139700" y="-127000"/>
            <a:ext cx="18567400" cy="1079500"/>
          </a:xfrm>
          <a:prstGeom prst="rect">
            <a:avLst/>
          </a:prstGeom>
        </p:spPr>
      </p:pic>
      <p:sp>
        <p:nvSpPr>
          <p:cNvPr id="13" name="TextBox 9"/>
          <p:cNvSpPr txBox="1"/>
          <p:nvPr/>
        </p:nvSpPr>
        <p:spPr>
          <a:xfrm>
            <a:off x="1130300" y="342900"/>
            <a:ext cx="2501900" cy="6731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ko-KR" sz="1900" b="0" i="0" u="none" strike="noStrike">
                <a:solidFill>
                  <a:srgbClr val="000000"/>
                </a:solidFill>
                <a:ea typeface="Pretendard Bold"/>
              </a:rPr>
              <a:t>오즈코딩스쿨</a:t>
            </a:r>
          </a:p>
          <a:p>
            <a:pPr lvl="0" algn="l">
              <a:lnSpc>
                <a:spcPct val="116199"/>
              </a:lnSpc>
            </a:pPr>
            <a:endParaRPr/>
          </a:p>
        </p:txBody>
      </p:sp>
      <p:pic>
        <p:nvPicPr>
          <p:cNvPr id="14" name="Picture 10"/>
          <p:cNvPicPr>
            <a:picLocks noChangeAspect="1"/>
          </p:cNvPicPr>
          <p:nvPr/>
        </p:nvPicPr>
        <p:blipFill>
          <a:blip r:embed="rId6" cstate="print"/>
          <a:stretch>
            <a:fillRect/>
          </a:stretch>
        </p:blipFill>
        <p:spPr>
          <a:xfrm>
            <a:off x="457200" y="228600"/>
            <a:ext cx="508000" cy="508000"/>
          </a:xfrm>
          <a:prstGeom prst="rect">
            <a:avLst/>
          </a:prstGeom>
          <a:effectLst>
            <a:outerShdw blurRad="2628" dist="47414" dir="2700000">
              <a:srgbClr val="000000">
                <a:alpha val="50000"/>
              </a:srgbClr>
            </a:outerShdw>
          </a:effectLst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1858530700" y="-1672678900"/>
            <a:ext cx="2147483647" cy="2147483647"/>
            <a:chOff x="0" y="0"/>
            <a:chExt cx="0" cy="0"/>
          </a:xfrm>
        </p:grpSpPr>
      </p:grpSp>
      <p:grpSp>
        <p:nvGrpSpPr>
          <p:cNvPr id="5" name="Group 5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6" name="Group 6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pic>
        <p:nvPicPr>
          <p:cNvPr id="7" name="Pictur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21000" y="9283700"/>
            <a:ext cx="1905000" cy="228600"/>
          </a:xfrm>
          <a:prstGeom prst="rect">
            <a:avLst/>
          </a:prstGeom>
        </p:spPr>
      </p:pic>
      <p:pic>
        <p:nvPicPr>
          <p:cNvPr id="8" name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6200000">
            <a:off x="15392400" y="9283700"/>
            <a:ext cx="228600" cy="2286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9512300"/>
            <a:ext cx="16764000" cy="12700"/>
          </a:xfrm>
          <a:prstGeom prst="rect">
            <a:avLst/>
          </a:prstGeom>
        </p:spPr>
      </p:pic>
      <p:sp>
        <p:nvSpPr>
          <p:cNvPr id="11" name="TextBox 11"/>
          <p:cNvSpPr txBox="1"/>
          <p:nvPr/>
        </p:nvSpPr>
        <p:spPr>
          <a:xfrm>
            <a:off x="8153400" y="4648200"/>
            <a:ext cx="3276616" cy="10668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ko-KR" sz="6000" b="0" i="0" u="none" strike="noStrike" dirty="0">
                <a:solidFill>
                  <a:schemeClr val="bg1"/>
                </a:solidFill>
                <a:latin typeface="+mj-ea"/>
                <a:ea typeface="+mj-ea"/>
              </a:rPr>
              <a:t>모델링</a:t>
            </a:r>
          </a:p>
        </p:txBody>
      </p:sp>
      <p:pic>
        <p:nvPicPr>
          <p:cNvPr id="12" name="Picture 8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139700" y="-127000"/>
            <a:ext cx="18567400" cy="1079500"/>
          </a:xfrm>
          <a:prstGeom prst="rect">
            <a:avLst/>
          </a:prstGeom>
        </p:spPr>
      </p:pic>
      <p:sp>
        <p:nvSpPr>
          <p:cNvPr id="13" name="TextBox 9"/>
          <p:cNvSpPr txBox="1"/>
          <p:nvPr/>
        </p:nvSpPr>
        <p:spPr>
          <a:xfrm>
            <a:off x="1130300" y="342900"/>
            <a:ext cx="2501900" cy="6731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ko-KR" sz="1900" b="0" i="0" u="none" strike="noStrike">
                <a:solidFill>
                  <a:srgbClr val="000000"/>
                </a:solidFill>
                <a:ea typeface="Pretendard Bold"/>
              </a:rPr>
              <a:t>오즈코딩스쿨</a:t>
            </a:r>
          </a:p>
          <a:p>
            <a:pPr lvl="0" algn="l">
              <a:lnSpc>
                <a:spcPct val="116199"/>
              </a:lnSpc>
            </a:pPr>
            <a:endParaRPr/>
          </a:p>
        </p:txBody>
      </p:sp>
      <p:pic>
        <p:nvPicPr>
          <p:cNvPr id="14" name="Picture 10"/>
          <p:cNvPicPr>
            <a:picLocks noChangeAspect="1"/>
          </p:cNvPicPr>
          <p:nvPr/>
        </p:nvPicPr>
        <p:blipFill>
          <a:blip r:embed="rId6" cstate="print"/>
          <a:stretch>
            <a:fillRect/>
          </a:stretch>
        </p:blipFill>
        <p:spPr>
          <a:xfrm>
            <a:off x="457200" y="228600"/>
            <a:ext cx="508000" cy="508000"/>
          </a:xfrm>
          <a:prstGeom prst="rect">
            <a:avLst/>
          </a:prstGeom>
          <a:effectLst>
            <a:outerShdw blurRad="2628" dist="47414" dir="2700000">
              <a:srgbClr val="000000">
                <a:alpha val="50000"/>
              </a:srgbClr>
            </a:outerShdw>
          </a:effectLst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1858530700" y="-1672678900"/>
            <a:ext cx="2147483647" cy="2147483647"/>
            <a:chOff x="0" y="0"/>
            <a:chExt cx="0" cy="0"/>
          </a:xfrm>
        </p:grpSpPr>
      </p:grpSp>
      <p:grpSp>
        <p:nvGrpSpPr>
          <p:cNvPr id="5" name="Group 5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6" name="Group 6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pic>
        <p:nvPicPr>
          <p:cNvPr id="7" name="Pictur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21000" y="9283700"/>
            <a:ext cx="1905000" cy="228600"/>
          </a:xfrm>
          <a:prstGeom prst="rect">
            <a:avLst/>
          </a:prstGeom>
        </p:spPr>
      </p:pic>
      <p:pic>
        <p:nvPicPr>
          <p:cNvPr id="8" name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6200000">
            <a:off x="15392400" y="9283700"/>
            <a:ext cx="228600" cy="2286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9512300"/>
            <a:ext cx="16764000" cy="12700"/>
          </a:xfrm>
          <a:prstGeom prst="rect">
            <a:avLst/>
          </a:prstGeom>
        </p:spPr>
      </p:pic>
      <p:sp>
        <p:nvSpPr>
          <p:cNvPr id="11" name="TextBox 11"/>
          <p:cNvSpPr txBox="1"/>
          <p:nvPr/>
        </p:nvSpPr>
        <p:spPr>
          <a:xfrm>
            <a:off x="762000" y="1727200"/>
            <a:ext cx="4738662" cy="7112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ko-KR" sz="4000" b="0" i="0" u="none" strike="noStrike" dirty="0">
                <a:solidFill>
                  <a:schemeClr val="bg1"/>
                </a:solidFill>
                <a:ea typeface="Pretendard Bold"/>
              </a:rPr>
              <a:t>모델</a:t>
            </a:r>
            <a:r>
              <a:rPr lang="en-US" sz="4000" b="0" i="0" u="none" strike="noStrike" dirty="0">
                <a:solidFill>
                  <a:schemeClr val="bg1"/>
                </a:solidFill>
                <a:latin typeface="Pretendard Bold"/>
              </a:rPr>
              <a:t> </a:t>
            </a:r>
            <a:r>
              <a:rPr lang="ko-KR" sz="4000" b="0" i="0" u="none" strike="noStrike" dirty="0">
                <a:solidFill>
                  <a:schemeClr val="bg1"/>
                </a:solidFill>
                <a:latin typeface="HY견고딕" pitchFamily="18" charset="-127"/>
                <a:ea typeface="HY견고딕" pitchFamily="18" charset="-127"/>
              </a:rPr>
              <a:t>아키텍처</a:t>
            </a:r>
            <a:r>
              <a:rPr lang="en-US" sz="4000" b="0" i="0" u="none" strike="noStrike" dirty="0">
                <a:solidFill>
                  <a:schemeClr val="bg1"/>
                </a:solidFill>
                <a:latin typeface="Pretendard Bold"/>
              </a:rPr>
              <a:t> </a:t>
            </a:r>
            <a:r>
              <a:rPr lang="ko-KR" sz="4000" b="0" i="0" u="none" strike="noStrike" dirty="0">
                <a:solidFill>
                  <a:schemeClr val="bg1"/>
                </a:solidFill>
                <a:ea typeface="Pretendard Bold"/>
              </a:rPr>
              <a:t>설계</a:t>
            </a:r>
          </a:p>
        </p:txBody>
      </p:sp>
      <p:pic>
        <p:nvPicPr>
          <p:cNvPr id="12" name="Picture 8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139700" y="-127000"/>
            <a:ext cx="18567400" cy="1079500"/>
          </a:xfrm>
          <a:prstGeom prst="rect">
            <a:avLst/>
          </a:prstGeom>
        </p:spPr>
      </p:pic>
      <p:sp>
        <p:nvSpPr>
          <p:cNvPr id="13" name="TextBox 9"/>
          <p:cNvSpPr txBox="1"/>
          <p:nvPr/>
        </p:nvSpPr>
        <p:spPr>
          <a:xfrm>
            <a:off x="1130300" y="342900"/>
            <a:ext cx="2501900" cy="6731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ko-KR" sz="1900" b="0" i="0" u="none" strike="noStrike">
                <a:solidFill>
                  <a:srgbClr val="000000"/>
                </a:solidFill>
                <a:ea typeface="Pretendard Bold"/>
              </a:rPr>
              <a:t>오즈코딩스쿨</a:t>
            </a:r>
          </a:p>
          <a:p>
            <a:pPr lvl="0" algn="l">
              <a:lnSpc>
                <a:spcPct val="116199"/>
              </a:lnSpc>
            </a:pPr>
            <a:endParaRPr/>
          </a:p>
        </p:txBody>
      </p:sp>
      <p:pic>
        <p:nvPicPr>
          <p:cNvPr id="14" name="Picture 10"/>
          <p:cNvPicPr>
            <a:picLocks noChangeAspect="1"/>
          </p:cNvPicPr>
          <p:nvPr/>
        </p:nvPicPr>
        <p:blipFill>
          <a:blip r:embed="rId6" cstate="print"/>
          <a:stretch>
            <a:fillRect/>
          </a:stretch>
        </p:blipFill>
        <p:spPr>
          <a:xfrm>
            <a:off x="457200" y="228600"/>
            <a:ext cx="508000" cy="508000"/>
          </a:xfrm>
          <a:prstGeom prst="rect">
            <a:avLst/>
          </a:prstGeom>
          <a:effectLst>
            <a:outerShdw blurRad="2628" dist="47414" dir="2700000">
              <a:srgbClr val="000000">
                <a:alpha val="50000"/>
              </a:srgbClr>
            </a:outerShdw>
          </a:effectLst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 descr="ca5hgo1rj4fsxzz_page-00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11278"/>
            <a:ext cx="18288000" cy="10309556"/>
          </a:xfrm>
          <a:prstGeom prst="rect">
            <a:avLst/>
          </a:prstGeom>
        </p:spPr>
      </p:pic>
      <p:grpSp>
        <p:nvGrpSpPr>
          <p:cNvPr id="2" name="Group 2"/>
          <p:cNvGrpSpPr/>
          <p:nvPr/>
        </p:nvGrpSpPr>
        <p:grpSpPr>
          <a:xfrm>
            <a:off x="-1858530700" y="-1672678900"/>
            <a:ext cx="2147483647" cy="2147483647"/>
            <a:chOff x="0" y="0"/>
            <a:chExt cx="0" cy="0"/>
          </a:xfrm>
        </p:grpSpPr>
      </p:grpSp>
      <p:grpSp>
        <p:nvGrpSpPr>
          <p:cNvPr id="7" name="Group 7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pic>
        <p:nvPicPr>
          <p:cNvPr id="8" name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621000" y="9283700"/>
            <a:ext cx="1905000" cy="2286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6200000">
            <a:off x="15392400" y="9283700"/>
            <a:ext cx="228600" cy="228600"/>
          </a:xfrm>
          <a:prstGeom prst="rect">
            <a:avLst/>
          </a:prstGeom>
        </p:spPr>
      </p:pic>
      <p:pic>
        <p:nvPicPr>
          <p:cNvPr id="10" name="Picture 10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2000" y="9512300"/>
            <a:ext cx="16764000" cy="12700"/>
          </a:xfrm>
          <a:prstGeom prst="rect">
            <a:avLst/>
          </a:prstGeom>
        </p:spPr>
      </p:pic>
      <p:pic>
        <p:nvPicPr>
          <p:cNvPr id="19" name="Picture 8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139700" y="-127000"/>
            <a:ext cx="18567400" cy="1079500"/>
          </a:xfrm>
          <a:prstGeom prst="rect">
            <a:avLst/>
          </a:prstGeom>
        </p:spPr>
      </p:pic>
      <p:sp>
        <p:nvSpPr>
          <p:cNvPr id="20" name="TextBox 9"/>
          <p:cNvSpPr txBox="1"/>
          <p:nvPr/>
        </p:nvSpPr>
        <p:spPr>
          <a:xfrm>
            <a:off x="1130300" y="342900"/>
            <a:ext cx="2501900" cy="6731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ko-KR" sz="1900" b="0" i="0" u="none" strike="noStrike">
                <a:solidFill>
                  <a:srgbClr val="000000"/>
                </a:solidFill>
                <a:ea typeface="Pretendard Bold"/>
              </a:rPr>
              <a:t>오즈코딩스쿨</a:t>
            </a:r>
          </a:p>
          <a:p>
            <a:pPr lvl="0" algn="l">
              <a:lnSpc>
                <a:spcPct val="116199"/>
              </a:lnSpc>
            </a:pPr>
            <a:endParaRPr/>
          </a:p>
        </p:txBody>
      </p:sp>
      <p:pic>
        <p:nvPicPr>
          <p:cNvPr id="21" name="Picture 10"/>
          <p:cNvPicPr>
            <a:picLocks noChangeAspect="1"/>
          </p:cNvPicPr>
          <p:nvPr/>
        </p:nvPicPr>
        <p:blipFill>
          <a:blip r:embed="rId7" cstate="print"/>
          <a:stretch>
            <a:fillRect/>
          </a:stretch>
        </p:blipFill>
        <p:spPr>
          <a:xfrm>
            <a:off x="457200" y="228600"/>
            <a:ext cx="508000" cy="508000"/>
          </a:xfrm>
          <a:prstGeom prst="rect">
            <a:avLst/>
          </a:prstGeom>
          <a:effectLst>
            <a:outerShdw blurRad="2628" dist="47414" dir="2700000">
              <a:srgbClr val="000000">
                <a:alpha val="50000"/>
              </a:srgbClr>
            </a:outerShdw>
          </a:effectLst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그림 11" descr="ca5hgo1rj4fsxzz_page-000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1572" y="928658"/>
            <a:ext cx="14287600" cy="8643998"/>
          </a:xfrm>
          <a:prstGeom prst="rect">
            <a:avLst/>
          </a:prstGeom>
        </p:spPr>
      </p:pic>
      <p:grpSp>
        <p:nvGrpSpPr>
          <p:cNvPr id="2" name="Group 2"/>
          <p:cNvGrpSpPr/>
          <p:nvPr/>
        </p:nvGrpSpPr>
        <p:grpSpPr>
          <a:xfrm>
            <a:off x="-1858530700" y="-1672678900"/>
            <a:ext cx="2147483647" cy="2147483647"/>
            <a:chOff x="0" y="0"/>
            <a:chExt cx="0" cy="0"/>
          </a:xfrm>
        </p:grpSpPr>
      </p:grpSp>
      <p:grpSp>
        <p:nvGrpSpPr>
          <p:cNvPr id="3" name="Group 7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pic>
        <p:nvPicPr>
          <p:cNvPr id="8" name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621000" y="9283700"/>
            <a:ext cx="1905000" cy="2286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6200000">
            <a:off x="15392400" y="9283700"/>
            <a:ext cx="228600" cy="228600"/>
          </a:xfrm>
          <a:prstGeom prst="rect">
            <a:avLst/>
          </a:prstGeom>
        </p:spPr>
      </p:pic>
      <p:pic>
        <p:nvPicPr>
          <p:cNvPr id="10" name="Picture 10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2000" y="9512300"/>
            <a:ext cx="16764000" cy="12700"/>
          </a:xfrm>
          <a:prstGeom prst="rect">
            <a:avLst/>
          </a:prstGeom>
        </p:spPr>
      </p:pic>
      <p:pic>
        <p:nvPicPr>
          <p:cNvPr id="13" name="Picture 8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139700" y="-127000"/>
            <a:ext cx="18567400" cy="1079500"/>
          </a:xfrm>
          <a:prstGeom prst="rect">
            <a:avLst/>
          </a:prstGeom>
        </p:spPr>
      </p:pic>
      <p:sp>
        <p:nvSpPr>
          <p:cNvPr id="15" name="TextBox 9"/>
          <p:cNvSpPr txBox="1"/>
          <p:nvPr/>
        </p:nvSpPr>
        <p:spPr>
          <a:xfrm>
            <a:off x="1130300" y="342900"/>
            <a:ext cx="2501900" cy="6731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ko-KR" sz="1900" b="0" i="0" u="none" strike="noStrike">
                <a:solidFill>
                  <a:srgbClr val="000000"/>
                </a:solidFill>
                <a:ea typeface="Pretendard Bold"/>
              </a:rPr>
              <a:t>오즈코딩스쿨</a:t>
            </a:r>
          </a:p>
          <a:p>
            <a:pPr lvl="0" algn="l">
              <a:lnSpc>
                <a:spcPct val="116199"/>
              </a:lnSpc>
            </a:pPr>
            <a:endParaRPr/>
          </a:p>
        </p:txBody>
      </p:sp>
      <p:pic>
        <p:nvPicPr>
          <p:cNvPr id="19" name="Picture 10"/>
          <p:cNvPicPr>
            <a:picLocks noChangeAspect="1"/>
          </p:cNvPicPr>
          <p:nvPr/>
        </p:nvPicPr>
        <p:blipFill>
          <a:blip r:embed="rId7" cstate="print"/>
          <a:stretch>
            <a:fillRect/>
          </a:stretch>
        </p:blipFill>
        <p:spPr>
          <a:xfrm>
            <a:off x="457200" y="228600"/>
            <a:ext cx="508000" cy="508000"/>
          </a:xfrm>
          <a:prstGeom prst="rect">
            <a:avLst/>
          </a:prstGeom>
          <a:effectLst>
            <a:outerShdw blurRad="2628" dist="47414" dir="2700000">
              <a:srgbClr val="000000">
                <a:alpha val="50000"/>
              </a:srgbClr>
            </a:outerShdw>
          </a:effectLst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그림 11" descr="ca5hgo1rj4fsxzz_page-000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7948" y="1000096"/>
            <a:ext cx="14986976" cy="8448658"/>
          </a:xfrm>
          <a:prstGeom prst="rect">
            <a:avLst/>
          </a:prstGeom>
        </p:spPr>
      </p:pic>
      <p:grpSp>
        <p:nvGrpSpPr>
          <p:cNvPr id="2" name="Group 2"/>
          <p:cNvGrpSpPr/>
          <p:nvPr/>
        </p:nvGrpSpPr>
        <p:grpSpPr>
          <a:xfrm>
            <a:off x="-1858530700" y="-1672678900"/>
            <a:ext cx="2147483647" cy="2147483647"/>
            <a:chOff x="0" y="0"/>
            <a:chExt cx="0" cy="0"/>
          </a:xfrm>
        </p:grpSpPr>
      </p:grpSp>
      <p:grpSp>
        <p:nvGrpSpPr>
          <p:cNvPr id="3" name="Group 7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pic>
        <p:nvPicPr>
          <p:cNvPr id="8" name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621000" y="9283700"/>
            <a:ext cx="1905000" cy="2286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6200000">
            <a:off x="15392400" y="9283700"/>
            <a:ext cx="228600" cy="228600"/>
          </a:xfrm>
          <a:prstGeom prst="rect">
            <a:avLst/>
          </a:prstGeom>
        </p:spPr>
      </p:pic>
      <p:pic>
        <p:nvPicPr>
          <p:cNvPr id="10" name="Picture 10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2000" y="9512300"/>
            <a:ext cx="16764000" cy="12700"/>
          </a:xfrm>
          <a:prstGeom prst="rect">
            <a:avLst/>
          </a:prstGeom>
        </p:spPr>
      </p:pic>
      <p:pic>
        <p:nvPicPr>
          <p:cNvPr id="13" name="Picture 8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139700" y="-127000"/>
            <a:ext cx="18567400" cy="1079500"/>
          </a:xfrm>
          <a:prstGeom prst="rect">
            <a:avLst/>
          </a:prstGeom>
        </p:spPr>
      </p:pic>
      <p:sp>
        <p:nvSpPr>
          <p:cNvPr id="15" name="TextBox 9"/>
          <p:cNvSpPr txBox="1"/>
          <p:nvPr/>
        </p:nvSpPr>
        <p:spPr>
          <a:xfrm>
            <a:off x="1130300" y="342900"/>
            <a:ext cx="2501900" cy="6731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ko-KR" sz="1900" b="0" i="0" u="none" strike="noStrike">
                <a:solidFill>
                  <a:srgbClr val="000000"/>
                </a:solidFill>
                <a:ea typeface="Pretendard Bold"/>
              </a:rPr>
              <a:t>오즈코딩스쿨</a:t>
            </a:r>
          </a:p>
          <a:p>
            <a:pPr lvl="0" algn="l">
              <a:lnSpc>
                <a:spcPct val="116199"/>
              </a:lnSpc>
            </a:pPr>
            <a:endParaRPr/>
          </a:p>
        </p:txBody>
      </p:sp>
      <p:pic>
        <p:nvPicPr>
          <p:cNvPr id="19" name="Picture 10"/>
          <p:cNvPicPr>
            <a:picLocks noChangeAspect="1"/>
          </p:cNvPicPr>
          <p:nvPr/>
        </p:nvPicPr>
        <p:blipFill>
          <a:blip r:embed="rId7" cstate="print"/>
          <a:stretch>
            <a:fillRect/>
          </a:stretch>
        </p:blipFill>
        <p:spPr>
          <a:xfrm>
            <a:off x="457200" y="228600"/>
            <a:ext cx="508000" cy="508000"/>
          </a:xfrm>
          <a:prstGeom prst="rect">
            <a:avLst/>
          </a:prstGeom>
          <a:effectLst>
            <a:outerShdw blurRad="2628" dist="47414" dir="2700000">
              <a:srgbClr val="000000">
                <a:alpha val="50000"/>
              </a:srgbClr>
            </a:outerShdw>
          </a:effectLst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1858530700" y="-1672678900"/>
            <a:ext cx="2147483647" cy="2147483647"/>
            <a:chOff x="0" y="0"/>
            <a:chExt cx="0" cy="0"/>
          </a:xfrm>
        </p:grpSpPr>
      </p:grpSp>
      <p:grpSp>
        <p:nvGrpSpPr>
          <p:cNvPr id="5" name="Group 5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6" name="Group 6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pic>
        <p:nvPicPr>
          <p:cNvPr id="7" name="Pictur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21000" y="9283700"/>
            <a:ext cx="1905000" cy="228600"/>
          </a:xfrm>
          <a:prstGeom prst="rect">
            <a:avLst/>
          </a:prstGeom>
        </p:spPr>
      </p:pic>
      <p:pic>
        <p:nvPicPr>
          <p:cNvPr id="8" name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6200000">
            <a:off x="15392400" y="9283700"/>
            <a:ext cx="228600" cy="2286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9512300"/>
            <a:ext cx="16764000" cy="12700"/>
          </a:xfrm>
          <a:prstGeom prst="rect">
            <a:avLst/>
          </a:prstGeom>
        </p:spPr>
      </p:pic>
      <p:sp>
        <p:nvSpPr>
          <p:cNvPr id="11" name="TextBox 11"/>
          <p:cNvSpPr txBox="1"/>
          <p:nvPr/>
        </p:nvSpPr>
        <p:spPr>
          <a:xfrm>
            <a:off x="7143736" y="4429120"/>
            <a:ext cx="5643602" cy="7112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ko-KR" sz="4000" b="0" i="0" u="none" strike="noStrike" dirty="0" err="1">
                <a:solidFill>
                  <a:schemeClr val="bg1"/>
                </a:solidFill>
                <a:latin typeface="HY견고딕" pitchFamily="18" charset="-127"/>
                <a:ea typeface="HY견고딕" pitchFamily="18" charset="-127"/>
              </a:rPr>
              <a:t>하이퍼파라미터</a:t>
            </a:r>
            <a:r>
              <a:rPr lang="en-US" sz="4000" b="0" i="0" u="none" strike="noStrike" dirty="0">
                <a:solidFill>
                  <a:schemeClr val="bg1"/>
                </a:solidFill>
                <a:latin typeface="Pretendard Bold"/>
              </a:rPr>
              <a:t> </a:t>
            </a:r>
            <a:r>
              <a:rPr lang="ko-KR" sz="4000" b="0" i="0" u="none" strike="noStrike" dirty="0">
                <a:solidFill>
                  <a:schemeClr val="bg1"/>
                </a:solidFill>
                <a:ea typeface="Pretendard Bold"/>
              </a:rPr>
              <a:t>튜닝</a:t>
            </a:r>
          </a:p>
        </p:txBody>
      </p:sp>
      <p:pic>
        <p:nvPicPr>
          <p:cNvPr id="12" name="Picture 8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139700" y="-127000"/>
            <a:ext cx="18567400" cy="1079500"/>
          </a:xfrm>
          <a:prstGeom prst="rect">
            <a:avLst/>
          </a:prstGeom>
        </p:spPr>
      </p:pic>
      <p:sp>
        <p:nvSpPr>
          <p:cNvPr id="13" name="TextBox 9"/>
          <p:cNvSpPr txBox="1"/>
          <p:nvPr/>
        </p:nvSpPr>
        <p:spPr>
          <a:xfrm>
            <a:off x="1130300" y="342900"/>
            <a:ext cx="2501900" cy="6731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ko-KR" sz="1900" b="0" i="0" u="none" strike="noStrike">
                <a:solidFill>
                  <a:srgbClr val="000000"/>
                </a:solidFill>
                <a:ea typeface="Pretendard Bold"/>
              </a:rPr>
              <a:t>오즈코딩스쿨</a:t>
            </a:r>
          </a:p>
          <a:p>
            <a:pPr lvl="0" algn="l">
              <a:lnSpc>
                <a:spcPct val="116199"/>
              </a:lnSpc>
            </a:pPr>
            <a:endParaRPr/>
          </a:p>
        </p:txBody>
      </p:sp>
      <p:pic>
        <p:nvPicPr>
          <p:cNvPr id="14" name="Picture 10"/>
          <p:cNvPicPr>
            <a:picLocks noChangeAspect="1"/>
          </p:cNvPicPr>
          <p:nvPr/>
        </p:nvPicPr>
        <p:blipFill>
          <a:blip r:embed="rId6" cstate="print"/>
          <a:stretch>
            <a:fillRect/>
          </a:stretch>
        </p:blipFill>
        <p:spPr>
          <a:xfrm>
            <a:off x="457200" y="228600"/>
            <a:ext cx="508000" cy="508000"/>
          </a:xfrm>
          <a:prstGeom prst="rect">
            <a:avLst/>
          </a:prstGeom>
          <a:effectLst>
            <a:outerShdw blurRad="2628" dist="47414" dir="2700000">
              <a:srgbClr val="000000">
                <a:alpha val="50000"/>
              </a:srgbClr>
            </a:outerShdw>
          </a:effectLst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 descr="ca5hgo1rj4fsxzz_page-000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6370" y="1000096"/>
            <a:ext cx="14972755" cy="8446170"/>
          </a:xfrm>
          <a:prstGeom prst="rect">
            <a:avLst/>
          </a:prstGeom>
        </p:spPr>
      </p:pic>
      <p:grpSp>
        <p:nvGrpSpPr>
          <p:cNvPr id="2" name="Group 2"/>
          <p:cNvGrpSpPr/>
          <p:nvPr/>
        </p:nvGrpSpPr>
        <p:grpSpPr>
          <a:xfrm>
            <a:off x="-1858530700" y="-1672678900"/>
            <a:ext cx="2147483647" cy="2147483647"/>
            <a:chOff x="0" y="0"/>
            <a:chExt cx="0" cy="0"/>
          </a:xfrm>
        </p:grpSpPr>
      </p:grpSp>
      <p:grpSp>
        <p:nvGrpSpPr>
          <p:cNvPr id="3" name="Group 7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pic>
        <p:nvPicPr>
          <p:cNvPr id="8" name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621000" y="9283700"/>
            <a:ext cx="1905000" cy="2286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6200000">
            <a:off x="15392400" y="9283700"/>
            <a:ext cx="228600" cy="228600"/>
          </a:xfrm>
          <a:prstGeom prst="rect">
            <a:avLst/>
          </a:prstGeom>
        </p:spPr>
      </p:pic>
      <p:pic>
        <p:nvPicPr>
          <p:cNvPr id="10" name="Picture 10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2000" y="9512300"/>
            <a:ext cx="16764000" cy="12700"/>
          </a:xfrm>
          <a:prstGeom prst="rect">
            <a:avLst/>
          </a:prstGeom>
        </p:spPr>
      </p:pic>
      <p:pic>
        <p:nvPicPr>
          <p:cNvPr id="15" name="Picture 8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139700" y="-127000"/>
            <a:ext cx="18567400" cy="1079500"/>
          </a:xfrm>
          <a:prstGeom prst="rect">
            <a:avLst/>
          </a:prstGeom>
        </p:spPr>
      </p:pic>
      <p:sp>
        <p:nvSpPr>
          <p:cNvPr id="19" name="TextBox 9"/>
          <p:cNvSpPr txBox="1"/>
          <p:nvPr/>
        </p:nvSpPr>
        <p:spPr>
          <a:xfrm>
            <a:off x="1130300" y="342900"/>
            <a:ext cx="2501900" cy="6731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ko-KR" sz="1900" b="0" i="0" u="none" strike="noStrike">
                <a:solidFill>
                  <a:srgbClr val="000000"/>
                </a:solidFill>
                <a:ea typeface="Pretendard Bold"/>
              </a:rPr>
              <a:t>오즈코딩스쿨</a:t>
            </a:r>
          </a:p>
          <a:p>
            <a:pPr lvl="0" algn="l">
              <a:lnSpc>
                <a:spcPct val="116199"/>
              </a:lnSpc>
            </a:pPr>
            <a:endParaRPr/>
          </a:p>
        </p:txBody>
      </p:sp>
      <p:pic>
        <p:nvPicPr>
          <p:cNvPr id="20" name="Picture 10"/>
          <p:cNvPicPr>
            <a:picLocks noChangeAspect="1"/>
          </p:cNvPicPr>
          <p:nvPr/>
        </p:nvPicPr>
        <p:blipFill>
          <a:blip r:embed="rId7" cstate="print"/>
          <a:stretch>
            <a:fillRect/>
          </a:stretch>
        </p:blipFill>
        <p:spPr>
          <a:xfrm>
            <a:off x="457200" y="228600"/>
            <a:ext cx="508000" cy="508000"/>
          </a:xfrm>
          <a:prstGeom prst="rect">
            <a:avLst/>
          </a:prstGeom>
          <a:effectLst>
            <a:outerShdw blurRad="2628" dist="47414" dir="2700000">
              <a:srgbClr val="000000">
                <a:alpha val="50000"/>
              </a:srgbClr>
            </a:outerShdw>
          </a:effectLst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1858530700" y="-1672678900"/>
            <a:ext cx="2147483647" cy="2147483647"/>
            <a:chOff x="0" y="0"/>
            <a:chExt cx="0" cy="0"/>
          </a:xfrm>
        </p:grpSpPr>
      </p:grpSp>
      <p:grpSp>
        <p:nvGrpSpPr>
          <p:cNvPr id="5" name="Group 5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6" name="Group 6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pic>
        <p:nvPicPr>
          <p:cNvPr id="7" name="Pictur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21000" y="9283700"/>
            <a:ext cx="1905000" cy="228600"/>
          </a:xfrm>
          <a:prstGeom prst="rect">
            <a:avLst/>
          </a:prstGeom>
        </p:spPr>
      </p:pic>
      <p:pic>
        <p:nvPicPr>
          <p:cNvPr id="8" name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6200000">
            <a:off x="15392400" y="9283700"/>
            <a:ext cx="228600" cy="2286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9512300"/>
            <a:ext cx="16764000" cy="12700"/>
          </a:xfrm>
          <a:prstGeom prst="rect">
            <a:avLst/>
          </a:prstGeom>
        </p:spPr>
      </p:pic>
      <p:sp>
        <p:nvSpPr>
          <p:cNvPr id="11" name="TextBox 11"/>
          <p:cNvSpPr txBox="1"/>
          <p:nvPr/>
        </p:nvSpPr>
        <p:spPr>
          <a:xfrm>
            <a:off x="6072166" y="4643434"/>
            <a:ext cx="5803900" cy="7112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ko-KR" sz="4000" b="0" i="0" u="none" strike="noStrike" dirty="0">
                <a:solidFill>
                  <a:schemeClr val="bg1"/>
                </a:solidFill>
                <a:ea typeface="Pretendard Bold"/>
              </a:rPr>
              <a:t>손실</a:t>
            </a:r>
            <a:r>
              <a:rPr lang="en-US" sz="4000" b="0" i="0" u="none" strike="noStrike" dirty="0">
                <a:solidFill>
                  <a:schemeClr val="bg1"/>
                </a:solidFill>
                <a:latin typeface="Pretendard Bold"/>
              </a:rPr>
              <a:t> </a:t>
            </a:r>
            <a:r>
              <a:rPr lang="ko-KR" sz="4000" b="0" i="0" u="none" strike="noStrike" dirty="0">
                <a:solidFill>
                  <a:schemeClr val="bg1"/>
                </a:solidFill>
                <a:latin typeface="HY견고딕" pitchFamily="18" charset="-127"/>
                <a:ea typeface="HY견고딕" pitchFamily="18" charset="-127"/>
              </a:rPr>
              <a:t>함수</a:t>
            </a:r>
            <a:r>
              <a:rPr lang="en-US" sz="4000" b="0" i="0" u="none" strike="noStrike" dirty="0">
                <a:solidFill>
                  <a:schemeClr val="bg1"/>
                </a:solidFill>
                <a:latin typeface="Pretendard Bold"/>
              </a:rPr>
              <a:t> </a:t>
            </a:r>
            <a:r>
              <a:rPr lang="ko-KR" sz="4000" b="0" i="0" u="none" strike="noStrike" dirty="0">
                <a:solidFill>
                  <a:schemeClr val="bg1"/>
                </a:solidFill>
                <a:ea typeface="Pretendard Bold"/>
              </a:rPr>
              <a:t>및</a:t>
            </a:r>
            <a:r>
              <a:rPr lang="en-US" sz="4000" b="0" i="0" u="none" strike="noStrike" dirty="0">
                <a:solidFill>
                  <a:schemeClr val="bg1"/>
                </a:solidFill>
                <a:latin typeface="Pretendard Bold"/>
              </a:rPr>
              <a:t> </a:t>
            </a:r>
            <a:r>
              <a:rPr lang="ko-KR" sz="4000" b="0" i="0" u="none" strike="noStrike" dirty="0">
                <a:solidFill>
                  <a:schemeClr val="bg1"/>
                </a:solidFill>
                <a:ea typeface="Pretendard Bold"/>
              </a:rPr>
              <a:t>최적화</a:t>
            </a:r>
            <a:r>
              <a:rPr lang="en-US" sz="4000" b="0" i="0" u="none" strike="noStrike" dirty="0">
                <a:solidFill>
                  <a:schemeClr val="bg1"/>
                </a:solidFill>
                <a:latin typeface="Pretendard Bold"/>
              </a:rPr>
              <a:t> </a:t>
            </a:r>
            <a:r>
              <a:rPr lang="ko-KR" sz="4000" b="0" i="0" u="none" strike="noStrike" dirty="0">
                <a:solidFill>
                  <a:schemeClr val="bg1"/>
                </a:solidFill>
                <a:ea typeface="Pretendard Bold"/>
              </a:rPr>
              <a:t>기법</a:t>
            </a:r>
          </a:p>
        </p:txBody>
      </p:sp>
      <p:pic>
        <p:nvPicPr>
          <p:cNvPr id="12" name="Picture 8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139700" y="-127000"/>
            <a:ext cx="18567400" cy="1079500"/>
          </a:xfrm>
          <a:prstGeom prst="rect">
            <a:avLst/>
          </a:prstGeom>
        </p:spPr>
      </p:pic>
      <p:sp>
        <p:nvSpPr>
          <p:cNvPr id="13" name="TextBox 9"/>
          <p:cNvSpPr txBox="1"/>
          <p:nvPr/>
        </p:nvSpPr>
        <p:spPr>
          <a:xfrm>
            <a:off x="1130300" y="342900"/>
            <a:ext cx="2501900" cy="6731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ko-KR" sz="1900" b="0" i="0" u="none" strike="noStrike">
                <a:solidFill>
                  <a:srgbClr val="000000"/>
                </a:solidFill>
                <a:ea typeface="Pretendard Bold"/>
              </a:rPr>
              <a:t>오즈코딩스쿨</a:t>
            </a:r>
          </a:p>
          <a:p>
            <a:pPr lvl="0" algn="l">
              <a:lnSpc>
                <a:spcPct val="116199"/>
              </a:lnSpc>
            </a:pPr>
            <a:endParaRPr/>
          </a:p>
        </p:txBody>
      </p:sp>
      <p:pic>
        <p:nvPicPr>
          <p:cNvPr id="14" name="Picture 10"/>
          <p:cNvPicPr>
            <a:picLocks noChangeAspect="1"/>
          </p:cNvPicPr>
          <p:nvPr/>
        </p:nvPicPr>
        <p:blipFill>
          <a:blip r:embed="rId6" cstate="print"/>
          <a:stretch>
            <a:fillRect/>
          </a:stretch>
        </p:blipFill>
        <p:spPr>
          <a:xfrm>
            <a:off x="457200" y="228600"/>
            <a:ext cx="508000" cy="508000"/>
          </a:xfrm>
          <a:prstGeom prst="rect">
            <a:avLst/>
          </a:prstGeom>
          <a:effectLst>
            <a:outerShdw blurRad="2628" dist="47414" dir="2700000">
              <a:srgbClr val="000000">
                <a:alpha val="50000"/>
              </a:srgbClr>
            </a:outerShdw>
          </a:effectLst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그림 11" descr="ca5hgo1rj4fsxzz_page-000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8696" y="1071534"/>
            <a:ext cx="14938517" cy="8421340"/>
          </a:xfrm>
          <a:prstGeom prst="rect">
            <a:avLst/>
          </a:prstGeom>
        </p:spPr>
      </p:pic>
      <p:grpSp>
        <p:nvGrpSpPr>
          <p:cNvPr id="2" name="Group 2"/>
          <p:cNvGrpSpPr/>
          <p:nvPr/>
        </p:nvGrpSpPr>
        <p:grpSpPr>
          <a:xfrm>
            <a:off x="-1858530700" y="-1672678900"/>
            <a:ext cx="2147483647" cy="2147483647"/>
            <a:chOff x="0" y="0"/>
            <a:chExt cx="0" cy="0"/>
          </a:xfrm>
        </p:grpSpPr>
      </p:grpSp>
      <p:grpSp>
        <p:nvGrpSpPr>
          <p:cNvPr id="3" name="Group 7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pic>
        <p:nvPicPr>
          <p:cNvPr id="8" name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621000" y="9283700"/>
            <a:ext cx="1905000" cy="2286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6200000">
            <a:off x="15392400" y="9283700"/>
            <a:ext cx="228600" cy="228600"/>
          </a:xfrm>
          <a:prstGeom prst="rect">
            <a:avLst/>
          </a:prstGeom>
        </p:spPr>
      </p:pic>
      <p:pic>
        <p:nvPicPr>
          <p:cNvPr id="10" name="Picture 10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2000" y="9512300"/>
            <a:ext cx="16764000" cy="12700"/>
          </a:xfrm>
          <a:prstGeom prst="rect">
            <a:avLst/>
          </a:prstGeom>
        </p:spPr>
      </p:pic>
      <p:pic>
        <p:nvPicPr>
          <p:cNvPr id="13" name="Picture 8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139700" y="-127000"/>
            <a:ext cx="18567400" cy="1079500"/>
          </a:xfrm>
          <a:prstGeom prst="rect">
            <a:avLst/>
          </a:prstGeom>
        </p:spPr>
      </p:pic>
      <p:sp>
        <p:nvSpPr>
          <p:cNvPr id="15" name="TextBox 9"/>
          <p:cNvSpPr txBox="1"/>
          <p:nvPr/>
        </p:nvSpPr>
        <p:spPr>
          <a:xfrm>
            <a:off x="1130300" y="342900"/>
            <a:ext cx="2501900" cy="6731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ko-KR" sz="1900" b="0" i="0" u="none" strike="noStrike">
                <a:solidFill>
                  <a:srgbClr val="000000"/>
                </a:solidFill>
                <a:ea typeface="Pretendard Bold"/>
              </a:rPr>
              <a:t>오즈코딩스쿨</a:t>
            </a:r>
          </a:p>
          <a:p>
            <a:pPr lvl="0" algn="l">
              <a:lnSpc>
                <a:spcPct val="116199"/>
              </a:lnSpc>
            </a:pPr>
            <a:endParaRPr/>
          </a:p>
        </p:txBody>
      </p:sp>
      <p:pic>
        <p:nvPicPr>
          <p:cNvPr id="19" name="Picture 10"/>
          <p:cNvPicPr>
            <a:picLocks noChangeAspect="1"/>
          </p:cNvPicPr>
          <p:nvPr/>
        </p:nvPicPr>
        <p:blipFill>
          <a:blip r:embed="rId7" cstate="print"/>
          <a:stretch>
            <a:fillRect/>
          </a:stretch>
        </p:blipFill>
        <p:spPr>
          <a:xfrm>
            <a:off x="457200" y="228600"/>
            <a:ext cx="508000" cy="508000"/>
          </a:xfrm>
          <a:prstGeom prst="rect">
            <a:avLst/>
          </a:prstGeom>
          <a:effectLst>
            <a:outerShdw blurRad="2628" dist="47414" dir="2700000">
              <a:srgbClr val="000000">
                <a:alpha val="50000"/>
              </a:srgbClr>
            </a:outerShdw>
          </a:effectLst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1858530700" y="-1672678900"/>
            <a:ext cx="2147483647" cy="2147483647"/>
            <a:chOff x="0" y="0"/>
            <a:chExt cx="0" cy="0"/>
          </a:xfrm>
        </p:grpSpPr>
      </p:grpSp>
      <p:grpSp>
        <p:nvGrpSpPr>
          <p:cNvPr id="5" name="Group 5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6" name="Group 6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pic>
        <p:nvPicPr>
          <p:cNvPr id="7" name="Pictur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21000" y="9283700"/>
            <a:ext cx="1905000" cy="228600"/>
          </a:xfrm>
          <a:prstGeom prst="rect">
            <a:avLst/>
          </a:prstGeom>
        </p:spPr>
      </p:pic>
      <p:pic>
        <p:nvPicPr>
          <p:cNvPr id="8" name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6200000">
            <a:off x="15392400" y="9283700"/>
            <a:ext cx="228600" cy="2286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9512300"/>
            <a:ext cx="16764000" cy="12700"/>
          </a:xfrm>
          <a:prstGeom prst="rect">
            <a:avLst/>
          </a:prstGeom>
        </p:spPr>
      </p:pic>
      <p:sp>
        <p:nvSpPr>
          <p:cNvPr id="11" name="TextBox 11"/>
          <p:cNvSpPr txBox="1"/>
          <p:nvPr/>
        </p:nvSpPr>
        <p:spPr>
          <a:xfrm>
            <a:off x="762000" y="1727200"/>
            <a:ext cx="2971800" cy="7112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ko-KR" sz="4000" b="0" i="0" u="none" strike="noStrike" dirty="0">
                <a:solidFill>
                  <a:schemeClr val="bg1"/>
                </a:solidFill>
                <a:ea typeface="Pretendard Bold"/>
              </a:rPr>
              <a:t>학습</a:t>
            </a:r>
            <a:r>
              <a:rPr lang="en-US" sz="4000" b="0" i="0" u="none" strike="noStrike" dirty="0">
                <a:solidFill>
                  <a:schemeClr val="bg1"/>
                </a:solidFill>
                <a:latin typeface="Pretendard Bold"/>
              </a:rPr>
              <a:t> </a:t>
            </a:r>
            <a:r>
              <a:rPr lang="ko-KR" sz="4000" b="0" i="0" u="none" strike="noStrike" dirty="0">
                <a:solidFill>
                  <a:schemeClr val="bg1"/>
                </a:solidFill>
                <a:ea typeface="Pretendard Bold"/>
              </a:rPr>
              <a:t>전략</a:t>
            </a:r>
            <a:r>
              <a:rPr lang="en-US" sz="4000" b="0" i="0" u="none" strike="noStrike" dirty="0">
                <a:solidFill>
                  <a:schemeClr val="bg1"/>
                </a:solidFill>
                <a:latin typeface="Pretendard Bold"/>
              </a:rPr>
              <a:t> </a:t>
            </a:r>
            <a:r>
              <a:rPr lang="ko-KR" sz="4000" b="0" i="0" u="none" strike="noStrike" dirty="0">
                <a:solidFill>
                  <a:schemeClr val="bg1"/>
                </a:solidFill>
                <a:ea typeface="Pretendard Bold"/>
              </a:rPr>
              <a:t>설정</a:t>
            </a:r>
          </a:p>
        </p:txBody>
      </p:sp>
      <p:pic>
        <p:nvPicPr>
          <p:cNvPr id="12" name="Picture 8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139700" y="-127000"/>
            <a:ext cx="18567400" cy="1079500"/>
          </a:xfrm>
          <a:prstGeom prst="rect">
            <a:avLst/>
          </a:prstGeom>
        </p:spPr>
      </p:pic>
      <p:sp>
        <p:nvSpPr>
          <p:cNvPr id="13" name="TextBox 9"/>
          <p:cNvSpPr txBox="1"/>
          <p:nvPr/>
        </p:nvSpPr>
        <p:spPr>
          <a:xfrm>
            <a:off x="1130300" y="342900"/>
            <a:ext cx="2501900" cy="6731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ko-KR" sz="1900" b="0" i="0" u="none" strike="noStrike">
                <a:solidFill>
                  <a:srgbClr val="000000"/>
                </a:solidFill>
                <a:ea typeface="Pretendard Bold"/>
              </a:rPr>
              <a:t>오즈코딩스쿨</a:t>
            </a:r>
          </a:p>
          <a:p>
            <a:pPr lvl="0" algn="l">
              <a:lnSpc>
                <a:spcPct val="116199"/>
              </a:lnSpc>
            </a:pPr>
            <a:endParaRPr/>
          </a:p>
        </p:txBody>
      </p:sp>
      <p:pic>
        <p:nvPicPr>
          <p:cNvPr id="14" name="Picture 10"/>
          <p:cNvPicPr>
            <a:picLocks noChangeAspect="1"/>
          </p:cNvPicPr>
          <p:nvPr/>
        </p:nvPicPr>
        <p:blipFill>
          <a:blip r:embed="rId6" cstate="print"/>
          <a:stretch>
            <a:fillRect/>
          </a:stretch>
        </p:blipFill>
        <p:spPr>
          <a:xfrm>
            <a:off x="457200" y="228600"/>
            <a:ext cx="508000" cy="508000"/>
          </a:xfrm>
          <a:prstGeom prst="rect">
            <a:avLst/>
          </a:prstGeom>
          <a:effectLst>
            <a:outerShdw blurRad="2628" dist="47414" dir="2700000">
              <a:srgbClr val="000000">
                <a:alpha val="50000"/>
              </a:srgbClr>
            </a:outerShdw>
          </a:effectLst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1858530700" y="-1672678900"/>
            <a:ext cx="2147483647" cy="2147483647"/>
            <a:chOff x="0" y="0"/>
            <a:chExt cx="0" cy="0"/>
          </a:xfrm>
        </p:grpSpPr>
      </p:grpSp>
      <p:grpSp>
        <p:nvGrpSpPr>
          <p:cNvPr id="5" name="Group 5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6" name="Group 6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pic>
        <p:nvPicPr>
          <p:cNvPr id="7" name="Pictur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21000" y="9283700"/>
            <a:ext cx="1905000" cy="228600"/>
          </a:xfrm>
          <a:prstGeom prst="rect">
            <a:avLst/>
          </a:prstGeom>
        </p:spPr>
      </p:pic>
      <p:pic>
        <p:nvPicPr>
          <p:cNvPr id="8" name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6200000">
            <a:off x="15392400" y="9283700"/>
            <a:ext cx="228600" cy="2286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9512300"/>
            <a:ext cx="16764000" cy="12700"/>
          </a:xfrm>
          <a:prstGeom prst="rect">
            <a:avLst/>
          </a:prstGeom>
        </p:spPr>
      </p:pic>
      <p:sp>
        <p:nvSpPr>
          <p:cNvPr id="11" name="TextBox 11"/>
          <p:cNvSpPr txBox="1"/>
          <p:nvPr/>
        </p:nvSpPr>
        <p:spPr>
          <a:xfrm>
            <a:off x="762000" y="1727200"/>
            <a:ext cx="4521200" cy="7112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ko-KR" sz="4000" b="0" i="0" u="none" strike="noStrike" dirty="0">
                <a:solidFill>
                  <a:schemeClr val="bg1"/>
                </a:solidFill>
                <a:ea typeface="Pretendard Bold"/>
              </a:rPr>
              <a:t>모델</a:t>
            </a:r>
            <a:r>
              <a:rPr lang="en-US" sz="4000" b="0" i="0" u="none" strike="noStrike" dirty="0">
                <a:solidFill>
                  <a:schemeClr val="bg1"/>
                </a:solidFill>
                <a:latin typeface="Pretendard Bold"/>
              </a:rPr>
              <a:t> </a:t>
            </a:r>
            <a:r>
              <a:rPr lang="ko-KR" sz="4000" b="0" i="0" u="none" strike="noStrike" dirty="0">
                <a:solidFill>
                  <a:schemeClr val="bg1"/>
                </a:solidFill>
                <a:ea typeface="Pretendard Bold"/>
              </a:rPr>
              <a:t>비교</a:t>
            </a:r>
            <a:r>
              <a:rPr lang="en-US" sz="4000" b="0" i="0" u="none" strike="noStrike" dirty="0">
                <a:solidFill>
                  <a:schemeClr val="bg1"/>
                </a:solidFill>
                <a:latin typeface="Pretendard Bold"/>
              </a:rPr>
              <a:t> </a:t>
            </a:r>
            <a:r>
              <a:rPr lang="ko-KR" sz="4000" b="0" i="0" u="none" strike="noStrike" dirty="0">
                <a:solidFill>
                  <a:schemeClr val="bg1"/>
                </a:solidFill>
                <a:ea typeface="Pretendard Bold"/>
              </a:rPr>
              <a:t>및</a:t>
            </a:r>
            <a:r>
              <a:rPr lang="en-US" sz="4000" b="0" i="0" u="none" strike="noStrike" dirty="0">
                <a:solidFill>
                  <a:schemeClr val="bg1"/>
                </a:solidFill>
                <a:latin typeface="Pretendard Bold"/>
              </a:rPr>
              <a:t> </a:t>
            </a:r>
            <a:r>
              <a:rPr lang="ko-KR" sz="4000" b="0" i="0" u="none" strike="noStrike" dirty="0">
                <a:solidFill>
                  <a:schemeClr val="bg1"/>
                </a:solidFill>
                <a:ea typeface="Pretendard Bold"/>
              </a:rPr>
              <a:t>성능</a:t>
            </a:r>
            <a:r>
              <a:rPr lang="en-US" sz="4000" b="0" i="0" u="none" strike="noStrike" dirty="0">
                <a:solidFill>
                  <a:schemeClr val="bg1"/>
                </a:solidFill>
                <a:latin typeface="Pretendard Bold"/>
              </a:rPr>
              <a:t> </a:t>
            </a:r>
            <a:r>
              <a:rPr lang="ko-KR" sz="4000" b="0" i="0" u="none" strike="noStrike" dirty="0">
                <a:solidFill>
                  <a:schemeClr val="bg1"/>
                </a:solidFill>
                <a:ea typeface="Pretendard Bold"/>
              </a:rPr>
              <a:t>개선</a:t>
            </a:r>
          </a:p>
        </p:txBody>
      </p:sp>
      <p:pic>
        <p:nvPicPr>
          <p:cNvPr id="12" name="Picture 8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139700" y="-127000"/>
            <a:ext cx="18567400" cy="1079500"/>
          </a:xfrm>
          <a:prstGeom prst="rect">
            <a:avLst/>
          </a:prstGeom>
        </p:spPr>
      </p:pic>
      <p:sp>
        <p:nvSpPr>
          <p:cNvPr id="13" name="TextBox 9"/>
          <p:cNvSpPr txBox="1"/>
          <p:nvPr/>
        </p:nvSpPr>
        <p:spPr>
          <a:xfrm>
            <a:off x="1130300" y="342900"/>
            <a:ext cx="2501900" cy="6731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ko-KR" sz="1900" b="0" i="0" u="none" strike="noStrike">
                <a:solidFill>
                  <a:srgbClr val="000000"/>
                </a:solidFill>
                <a:ea typeface="Pretendard Bold"/>
              </a:rPr>
              <a:t>오즈코딩스쿨</a:t>
            </a:r>
          </a:p>
          <a:p>
            <a:pPr lvl="0" algn="l">
              <a:lnSpc>
                <a:spcPct val="116199"/>
              </a:lnSpc>
            </a:pPr>
            <a:endParaRPr/>
          </a:p>
        </p:txBody>
      </p:sp>
      <p:pic>
        <p:nvPicPr>
          <p:cNvPr id="14" name="Picture 10"/>
          <p:cNvPicPr>
            <a:picLocks noChangeAspect="1"/>
          </p:cNvPicPr>
          <p:nvPr/>
        </p:nvPicPr>
        <p:blipFill>
          <a:blip r:embed="rId6" cstate="print"/>
          <a:stretch>
            <a:fillRect/>
          </a:stretch>
        </p:blipFill>
        <p:spPr>
          <a:xfrm>
            <a:off x="457200" y="228600"/>
            <a:ext cx="508000" cy="508000"/>
          </a:xfrm>
          <a:prstGeom prst="rect">
            <a:avLst/>
          </a:prstGeom>
          <a:effectLst>
            <a:outerShdw blurRad="2628" dist="47414" dir="2700000">
              <a:srgbClr val="000000">
                <a:alpha val="50000"/>
              </a:srgbClr>
            </a:outerShdw>
          </a:effectLst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1858530700" y="-1672678900"/>
            <a:ext cx="2147483647" cy="2147483647"/>
            <a:chOff x="0" y="0"/>
            <a:chExt cx="0" cy="0"/>
          </a:xfrm>
        </p:grpSpPr>
      </p:grpSp>
      <p:grpSp>
        <p:nvGrpSpPr>
          <p:cNvPr id="5" name="Group 5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6" name="Group 6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pic>
        <p:nvPicPr>
          <p:cNvPr id="7" name="Pictur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21000" y="9283700"/>
            <a:ext cx="1905000" cy="228600"/>
          </a:xfrm>
          <a:prstGeom prst="rect">
            <a:avLst/>
          </a:prstGeom>
        </p:spPr>
      </p:pic>
      <p:pic>
        <p:nvPicPr>
          <p:cNvPr id="8" name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6200000">
            <a:off x="15392400" y="9283700"/>
            <a:ext cx="228600" cy="2286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9512300"/>
            <a:ext cx="16764000" cy="12700"/>
          </a:xfrm>
          <a:prstGeom prst="rect">
            <a:avLst/>
          </a:prstGeom>
        </p:spPr>
      </p:pic>
      <p:sp>
        <p:nvSpPr>
          <p:cNvPr id="11" name="TextBox 11"/>
          <p:cNvSpPr txBox="1"/>
          <p:nvPr/>
        </p:nvSpPr>
        <p:spPr>
          <a:xfrm>
            <a:off x="762000" y="1727200"/>
            <a:ext cx="2857500" cy="7112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ko-KR" sz="4000" b="0" i="0" u="none" strike="noStrike" dirty="0">
                <a:solidFill>
                  <a:schemeClr val="bg1"/>
                </a:solidFill>
                <a:ea typeface="Pretendard Bold"/>
              </a:rPr>
              <a:t>평가지표</a:t>
            </a:r>
            <a:r>
              <a:rPr lang="en-US" sz="4000" b="0" i="0" u="none" strike="noStrike" dirty="0">
                <a:solidFill>
                  <a:schemeClr val="bg1"/>
                </a:solidFill>
                <a:latin typeface="Pretendard Bold"/>
              </a:rPr>
              <a:t> </a:t>
            </a:r>
            <a:r>
              <a:rPr lang="ko-KR" sz="4000" b="0" i="0" u="none" strike="noStrike" dirty="0">
                <a:solidFill>
                  <a:schemeClr val="bg1"/>
                </a:solidFill>
                <a:ea typeface="Pretendard Bold"/>
              </a:rPr>
              <a:t>계산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그림 11" descr="ca5hgo1rj4fsxzz_page-000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3449" y="1000096"/>
            <a:ext cx="14398919" cy="8501122"/>
          </a:xfrm>
          <a:prstGeom prst="rect">
            <a:avLst/>
          </a:prstGeom>
        </p:spPr>
      </p:pic>
      <p:grpSp>
        <p:nvGrpSpPr>
          <p:cNvPr id="2" name="Group 2"/>
          <p:cNvGrpSpPr/>
          <p:nvPr/>
        </p:nvGrpSpPr>
        <p:grpSpPr>
          <a:xfrm>
            <a:off x="-1858530700" y="-1672678900"/>
            <a:ext cx="2147483647" cy="2147483647"/>
            <a:chOff x="0" y="0"/>
            <a:chExt cx="0" cy="0"/>
          </a:xfrm>
        </p:grpSpPr>
      </p:grpSp>
      <p:grpSp>
        <p:nvGrpSpPr>
          <p:cNvPr id="3" name="Group 7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pic>
        <p:nvPicPr>
          <p:cNvPr id="8" name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621000" y="9283700"/>
            <a:ext cx="1905000" cy="2286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6200000">
            <a:off x="15392400" y="9283700"/>
            <a:ext cx="228600" cy="228600"/>
          </a:xfrm>
          <a:prstGeom prst="rect">
            <a:avLst/>
          </a:prstGeom>
        </p:spPr>
      </p:pic>
      <p:pic>
        <p:nvPicPr>
          <p:cNvPr id="10" name="Picture 10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2000" y="9512300"/>
            <a:ext cx="16764000" cy="12700"/>
          </a:xfrm>
          <a:prstGeom prst="rect">
            <a:avLst/>
          </a:prstGeom>
        </p:spPr>
      </p:pic>
      <p:pic>
        <p:nvPicPr>
          <p:cNvPr id="13" name="Picture 8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139700" y="-127000"/>
            <a:ext cx="18567400" cy="1079500"/>
          </a:xfrm>
          <a:prstGeom prst="rect">
            <a:avLst/>
          </a:prstGeom>
        </p:spPr>
      </p:pic>
      <p:sp>
        <p:nvSpPr>
          <p:cNvPr id="15" name="TextBox 9"/>
          <p:cNvSpPr txBox="1"/>
          <p:nvPr/>
        </p:nvSpPr>
        <p:spPr>
          <a:xfrm>
            <a:off x="1130300" y="342900"/>
            <a:ext cx="2501900" cy="6731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ko-KR" sz="1900" b="0" i="0" u="none" strike="noStrike">
                <a:solidFill>
                  <a:srgbClr val="000000"/>
                </a:solidFill>
                <a:ea typeface="Pretendard Bold"/>
              </a:rPr>
              <a:t>오즈코딩스쿨</a:t>
            </a:r>
          </a:p>
          <a:p>
            <a:pPr lvl="0" algn="l">
              <a:lnSpc>
                <a:spcPct val="116199"/>
              </a:lnSpc>
            </a:pPr>
            <a:endParaRPr/>
          </a:p>
        </p:txBody>
      </p:sp>
      <p:pic>
        <p:nvPicPr>
          <p:cNvPr id="19" name="Picture 10"/>
          <p:cNvPicPr>
            <a:picLocks noChangeAspect="1"/>
          </p:cNvPicPr>
          <p:nvPr/>
        </p:nvPicPr>
        <p:blipFill>
          <a:blip r:embed="rId7" cstate="print"/>
          <a:stretch>
            <a:fillRect/>
          </a:stretch>
        </p:blipFill>
        <p:spPr>
          <a:xfrm>
            <a:off x="457200" y="228600"/>
            <a:ext cx="508000" cy="508000"/>
          </a:xfrm>
          <a:prstGeom prst="rect">
            <a:avLst/>
          </a:prstGeom>
          <a:effectLst>
            <a:outerShdw blurRad="2628" dist="47414" dir="2700000">
              <a:srgbClr val="000000">
                <a:alpha val="50000"/>
              </a:srgbClr>
            </a:outerShdw>
          </a:effectLst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 descr="ca5hgo1rj4fsxzz_page-000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57324" y="1000096"/>
            <a:ext cx="14224199" cy="8501122"/>
          </a:xfrm>
          <a:prstGeom prst="rect">
            <a:avLst/>
          </a:prstGeom>
        </p:spPr>
      </p:pic>
      <p:grpSp>
        <p:nvGrpSpPr>
          <p:cNvPr id="2" name="Group 2"/>
          <p:cNvGrpSpPr/>
          <p:nvPr/>
        </p:nvGrpSpPr>
        <p:grpSpPr>
          <a:xfrm>
            <a:off x="-1858530700" y="-1672678900"/>
            <a:ext cx="2147483647" cy="2147483647"/>
            <a:chOff x="0" y="0"/>
            <a:chExt cx="0" cy="0"/>
          </a:xfrm>
        </p:grpSpPr>
      </p:grpSp>
      <p:grpSp>
        <p:nvGrpSpPr>
          <p:cNvPr id="3" name="Group 7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pic>
        <p:nvPicPr>
          <p:cNvPr id="8" name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621000" y="9283700"/>
            <a:ext cx="1905000" cy="2286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6200000">
            <a:off x="15392400" y="9283700"/>
            <a:ext cx="228600" cy="228600"/>
          </a:xfrm>
          <a:prstGeom prst="rect">
            <a:avLst/>
          </a:prstGeom>
        </p:spPr>
      </p:pic>
      <p:pic>
        <p:nvPicPr>
          <p:cNvPr id="10" name="Picture 10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2000" y="9512300"/>
            <a:ext cx="16764000" cy="12700"/>
          </a:xfrm>
          <a:prstGeom prst="rect">
            <a:avLst/>
          </a:prstGeom>
        </p:spPr>
      </p:pic>
      <p:pic>
        <p:nvPicPr>
          <p:cNvPr id="12" name="Picture 8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139700" y="-127000"/>
            <a:ext cx="18567400" cy="1079500"/>
          </a:xfrm>
          <a:prstGeom prst="rect">
            <a:avLst/>
          </a:prstGeom>
        </p:spPr>
      </p:pic>
      <p:sp>
        <p:nvSpPr>
          <p:cNvPr id="13" name="TextBox 9"/>
          <p:cNvSpPr txBox="1"/>
          <p:nvPr/>
        </p:nvSpPr>
        <p:spPr>
          <a:xfrm>
            <a:off x="1130300" y="342900"/>
            <a:ext cx="2501900" cy="6731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ko-KR" sz="1900" b="0" i="0" u="none" strike="noStrike">
                <a:solidFill>
                  <a:srgbClr val="000000"/>
                </a:solidFill>
                <a:ea typeface="Pretendard Bold"/>
              </a:rPr>
              <a:t>오즈코딩스쿨</a:t>
            </a:r>
          </a:p>
          <a:p>
            <a:pPr lvl="0" algn="l">
              <a:lnSpc>
                <a:spcPct val="116199"/>
              </a:lnSpc>
            </a:pPr>
            <a:endParaRPr/>
          </a:p>
        </p:txBody>
      </p:sp>
      <p:pic>
        <p:nvPicPr>
          <p:cNvPr id="15" name="Picture 10"/>
          <p:cNvPicPr>
            <a:picLocks noChangeAspect="1"/>
          </p:cNvPicPr>
          <p:nvPr/>
        </p:nvPicPr>
        <p:blipFill>
          <a:blip r:embed="rId7" cstate="print"/>
          <a:stretch>
            <a:fillRect/>
          </a:stretch>
        </p:blipFill>
        <p:spPr>
          <a:xfrm>
            <a:off x="457200" y="228600"/>
            <a:ext cx="508000" cy="508000"/>
          </a:xfrm>
          <a:prstGeom prst="rect">
            <a:avLst/>
          </a:prstGeom>
          <a:effectLst>
            <a:outerShdw blurRad="2628" dist="47414" dir="2700000">
              <a:srgbClr val="000000">
                <a:alpha val="50000"/>
              </a:srgbClr>
            </a:outerShdw>
          </a:effectLst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1858530700" y="-1672678900"/>
            <a:ext cx="2147483647" cy="2147483647"/>
            <a:chOff x="0" y="0"/>
            <a:chExt cx="0" cy="0"/>
          </a:xfrm>
        </p:grpSpPr>
      </p:grpSp>
      <p:grpSp>
        <p:nvGrpSpPr>
          <p:cNvPr id="5" name="Group 5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6" name="Group 6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pic>
        <p:nvPicPr>
          <p:cNvPr id="7" name="Pictur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21000" y="9283700"/>
            <a:ext cx="1905000" cy="228600"/>
          </a:xfrm>
          <a:prstGeom prst="rect">
            <a:avLst/>
          </a:prstGeom>
        </p:spPr>
      </p:pic>
      <p:pic>
        <p:nvPicPr>
          <p:cNvPr id="8" name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6200000">
            <a:off x="15392400" y="9283700"/>
            <a:ext cx="228600" cy="2286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9512300"/>
            <a:ext cx="16764000" cy="12700"/>
          </a:xfrm>
          <a:prstGeom prst="rect">
            <a:avLst/>
          </a:prstGeom>
        </p:spPr>
      </p:pic>
      <p:sp>
        <p:nvSpPr>
          <p:cNvPr id="11" name="TextBox 11"/>
          <p:cNvSpPr txBox="1"/>
          <p:nvPr/>
        </p:nvSpPr>
        <p:spPr>
          <a:xfrm>
            <a:off x="8483600" y="4648200"/>
            <a:ext cx="2160598" cy="10668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ko-KR" sz="6000" b="0" i="0" u="none" strike="noStrike" dirty="0">
                <a:solidFill>
                  <a:schemeClr val="bg1"/>
                </a:solidFill>
                <a:latin typeface="+mj-ea"/>
                <a:ea typeface="+mj-ea"/>
              </a:rPr>
              <a:t>평가</a:t>
            </a:r>
          </a:p>
        </p:txBody>
      </p:sp>
      <p:pic>
        <p:nvPicPr>
          <p:cNvPr id="12" name="Picture 8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139700" y="-127000"/>
            <a:ext cx="18567400" cy="1079500"/>
          </a:xfrm>
          <a:prstGeom prst="rect">
            <a:avLst/>
          </a:prstGeom>
        </p:spPr>
      </p:pic>
      <p:sp>
        <p:nvSpPr>
          <p:cNvPr id="13" name="TextBox 9"/>
          <p:cNvSpPr txBox="1"/>
          <p:nvPr/>
        </p:nvSpPr>
        <p:spPr>
          <a:xfrm>
            <a:off x="1130300" y="342900"/>
            <a:ext cx="2501900" cy="6731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ko-KR" sz="1900" b="0" i="0" u="none" strike="noStrike">
                <a:solidFill>
                  <a:srgbClr val="000000"/>
                </a:solidFill>
                <a:ea typeface="Pretendard Bold"/>
              </a:rPr>
              <a:t>오즈코딩스쿨</a:t>
            </a:r>
          </a:p>
          <a:p>
            <a:pPr lvl="0" algn="l">
              <a:lnSpc>
                <a:spcPct val="116199"/>
              </a:lnSpc>
            </a:pPr>
            <a:endParaRPr/>
          </a:p>
        </p:txBody>
      </p:sp>
      <p:pic>
        <p:nvPicPr>
          <p:cNvPr id="14" name="Picture 10"/>
          <p:cNvPicPr>
            <a:picLocks noChangeAspect="1"/>
          </p:cNvPicPr>
          <p:nvPr/>
        </p:nvPicPr>
        <p:blipFill>
          <a:blip r:embed="rId6" cstate="print"/>
          <a:stretch>
            <a:fillRect/>
          </a:stretch>
        </p:blipFill>
        <p:spPr>
          <a:xfrm>
            <a:off x="457200" y="228600"/>
            <a:ext cx="508000" cy="508000"/>
          </a:xfrm>
          <a:prstGeom prst="rect">
            <a:avLst/>
          </a:prstGeom>
          <a:effectLst>
            <a:outerShdw blurRad="2628" dist="47414" dir="2700000">
              <a:srgbClr val="000000">
                <a:alpha val="50000"/>
              </a:srgbClr>
            </a:outerShdw>
          </a:effectLst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그림 12" descr="ca5hgo1rj4fsxzz_page-000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5820" y="1000096"/>
            <a:ext cx="15096194" cy="8510228"/>
          </a:xfrm>
          <a:prstGeom prst="rect">
            <a:avLst/>
          </a:prstGeom>
        </p:spPr>
      </p:pic>
      <p:grpSp>
        <p:nvGrpSpPr>
          <p:cNvPr id="2" name="Group 2"/>
          <p:cNvGrpSpPr/>
          <p:nvPr/>
        </p:nvGrpSpPr>
        <p:grpSpPr>
          <a:xfrm>
            <a:off x="-1858530700" y="-1672678900"/>
            <a:ext cx="2147483647" cy="2147483647"/>
            <a:chOff x="0" y="0"/>
            <a:chExt cx="0" cy="0"/>
          </a:xfrm>
        </p:grpSpPr>
      </p:grpSp>
      <p:grpSp>
        <p:nvGrpSpPr>
          <p:cNvPr id="3" name="Group 7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pic>
        <p:nvPicPr>
          <p:cNvPr id="8" name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621000" y="9283700"/>
            <a:ext cx="1905000" cy="2286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6200000">
            <a:off x="15392400" y="9283700"/>
            <a:ext cx="228600" cy="228600"/>
          </a:xfrm>
          <a:prstGeom prst="rect">
            <a:avLst/>
          </a:prstGeom>
        </p:spPr>
      </p:pic>
      <p:pic>
        <p:nvPicPr>
          <p:cNvPr id="10" name="Picture 10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2000" y="9512300"/>
            <a:ext cx="16764000" cy="12700"/>
          </a:xfrm>
          <a:prstGeom prst="rect">
            <a:avLst/>
          </a:prstGeom>
        </p:spPr>
      </p:pic>
      <p:pic>
        <p:nvPicPr>
          <p:cNvPr id="14" name="Picture 8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139700" y="-127000"/>
            <a:ext cx="18567400" cy="1079500"/>
          </a:xfrm>
          <a:prstGeom prst="rect">
            <a:avLst/>
          </a:prstGeom>
        </p:spPr>
      </p:pic>
      <p:sp>
        <p:nvSpPr>
          <p:cNvPr id="15" name="TextBox 9"/>
          <p:cNvSpPr txBox="1"/>
          <p:nvPr/>
        </p:nvSpPr>
        <p:spPr>
          <a:xfrm>
            <a:off x="1130300" y="342900"/>
            <a:ext cx="2501900" cy="6731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ko-KR" sz="1900" b="0" i="0" u="none" strike="noStrike">
                <a:solidFill>
                  <a:srgbClr val="000000"/>
                </a:solidFill>
                <a:ea typeface="Pretendard Bold"/>
              </a:rPr>
              <a:t>오즈코딩스쿨</a:t>
            </a:r>
          </a:p>
          <a:p>
            <a:pPr lvl="0" algn="l">
              <a:lnSpc>
                <a:spcPct val="116199"/>
              </a:lnSpc>
            </a:pPr>
            <a:endParaRPr/>
          </a:p>
        </p:txBody>
      </p:sp>
      <p:pic>
        <p:nvPicPr>
          <p:cNvPr id="19" name="Picture 10"/>
          <p:cNvPicPr>
            <a:picLocks noChangeAspect="1"/>
          </p:cNvPicPr>
          <p:nvPr/>
        </p:nvPicPr>
        <p:blipFill>
          <a:blip r:embed="rId7" cstate="print"/>
          <a:stretch>
            <a:fillRect/>
          </a:stretch>
        </p:blipFill>
        <p:spPr>
          <a:xfrm>
            <a:off x="457200" y="228600"/>
            <a:ext cx="508000" cy="508000"/>
          </a:xfrm>
          <a:prstGeom prst="rect">
            <a:avLst/>
          </a:prstGeom>
          <a:effectLst>
            <a:outerShdw blurRad="2628" dist="47414" dir="2700000">
              <a:srgbClr val="000000">
                <a:alpha val="50000"/>
              </a:srgbClr>
            </a:outerShdw>
          </a:effectLst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그림 11" descr="ca5hgo1rj4fsxzz_page-001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8828" y="642906"/>
            <a:ext cx="13144592" cy="8858312"/>
          </a:xfrm>
          <a:prstGeom prst="rect">
            <a:avLst/>
          </a:prstGeom>
        </p:spPr>
      </p:pic>
      <p:grpSp>
        <p:nvGrpSpPr>
          <p:cNvPr id="2" name="Group 2"/>
          <p:cNvGrpSpPr/>
          <p:nvPr/>
        </p:nvGrpSpPr>
        <p:grpSpPr>
          <a:xfrm>
            <a:off x="-1858530700" y="-1672678900"/>
            <a:ext cx="2147483647" cy="2147483647"/>
            <a:chOff x="0" y="0"/>
            <a:chExt cx="0" cy="0"/>
          </a:xfrm>
        </p:grpSpPr>
      </p:grpSp>
      <p:grpSp>
        <p:nvGrpSpPr>
          <p:cNvPr id="3" name="Group 7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pic>
        <p:nvPicPr>
          <p:cNvPr id="8" name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621000" y="9283700"/>
            <a:ext cx="1905000" cy="2286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6200000">
            <a:off x="15392400" y="9283700"/>
            <a:ext cx="228600" cy="228600"/>
          </a:xfrm>
          <a:prstGeom prst="rect">
            <a:avLst/>
          </a:prstGeom>
        </p:spPr>
      </p:pic>
      <p:pic>
        <p:nvPicPr>
          <p:cNvPr id="10" name="Picture 10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2000" y="9512300"/>
            <a:ext cx="16764000" cy="12700"/>
          </a:xfrm>
          <a:prstGeom prst="rect">
            <a:avLst/>
          </a:prstGeom>
        </p:spPr>
      </p:pic>
      <p:pic>
        <p:nvPicPr>
          <p:cNvPr id="14" name="Picture 8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139700" y="-127000"/>
            <a:ext cx="18567400" cy="1079500"/>
          </a:xfrm>
          <a:prstGeom prst="rect">
            <a:avLst/>
          </a:prstGeom>
        </p:spPr>
      </p:pic>
      <p:sp>
        <p:nvSpPr>
          <p:cNvPr id="15" name="TextBox 9"/>
          <p:cNvSpPr txBox="1"/>
          <p:nvPr/>
        </p:nvSpPr>
        <p:spPr>
          <a:xfrm>
            <a:off x="1130300" y="342900"/>
            <a:ext cx="2501900" cy="6731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ko-KR" sz="1900" b="0" i="0" u="none" strike="noStrike">
                <a:solidFill>
                  <a:srgbClr val="000000"/>
                </a:solidFill>
                <a:ea typeface="Pretendard Bold"/>
              </a:rPr>
              <a:t>오즈코딩스쿨</a:t>
            </a:r>
          </a:p>
          <a:p>
            <a:pPr lvl="0" algn="l">
              <a:lnSpc>
                <a:spcPct val="116199"/>
              </a:lnSpc>
            </a:pPr>
            <a:endParaRPr/>
          </a:p>
        </p:txBody>
      </p:sp>
      <p:pic>
        <p:nvPicPr>
          <p:cNvPr id="19" name="Picture 10"/>
          <p:cNvPicPr>
            <a:picLocks noChangeAspect="1"/>
          </p:cNvPicPr>
          <p:nvPr/>
        </p:nvPicPr>
        <p:blipFill>
          <a:blip r:embed="rId7" cstate="print"/>
          <a:stretch>
            <a:fillRect/>
          </a:stretch>
        </p:blipFill>
        <p:spPr>
          <a:xfrm>
            <a:off x="457200" y="228600"/>
            <a:ext cx="508000" cy="508000"/>
          </a:xfrm>
          <a:prstGeom prst="rect">
            <a:avLst/>
          </a:prstGeom>
          <a:effectLst>
            <a:outerShdw blurRad="2628" dist="47414" dir="2700000">
              <a:srgbClr val="000000">
                <a:alpha val="50000"/>
              </a:srgbClr>
            </a:outerShdw>
          </a:effectLst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106</TotalTime>
  <Words>285</Words>
  <Application>Microsoft Office PowerPoint</Application>
  <PresentationFormat>사용자 지정</PresentationFormat>
  <Paragraphs>89</Paragraphs>
  <Slides>30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30</vt:i4>
      </vt:variant>
    </vt:vector>
  </HeadingPairs>
  <TitlesOfParts>
    <vt:vector size="36" baseType="lpstr">
      <vt:lpstr>굴림</vt:lpstr>
      <vt:lpstr>Arial</vt:lpstr>
      <vt:lpstr>HY견고딕</vt:lpstr>
      <vt:lpstr>맑은 고딕</vt:lpstr>
      <vt:lpstr>Pretendard Bold</vt:lpstr>
      <vt:lpstr>Office Theme</vt:lpstr>
      <vt:lpstr>슬라이드 1</vt:lpstr>
      <vt:lpstr>슬라이드 2</vt:lpstr>
      <vt:lpstr>슬라이드 3</vt:lpstr>
      <vt:lpstr>슬라이드 4</vt:lpstr>
      <vt:lpstr>슬라이드 5</vt:lpstr>
      <vt:lpstr>슬라이드 6</vt:lpstr>
      <vt:lpstr>슬라이드 7</vt:lpstr>
      <vt:lpstr>슬라이드 8</vt:lpstr>
      <vt:lpstr>슬라이드 9</vt:lpstr>
      <vt:lpstr>슬라이드 10</vt:lpstr>
      <vt:lpstr>슬라이드 11</vt:lpstr>
      <vt:lpstr>슬라이드 12</vt:lpstr>
      <vt:lpstr>슬라이드 13</vt:lpstr>
      <vt:lpstr>슬라이드 14</vt:lpstr>
      <vt:lpstr>슬라이드 15</vt:lpstr>
      <vt:lpstr>슬라이드 16</vt:lpstr>
      <vt:lpstr>슬라이드 17</vt:lpstr>
      <vt:lpstr>슬라이드 18</vt:lpstr>
      <vt:lpstr>슬라이드 19</vt:lpstr>
      <vt:lpstr>슬라이드 20</vt:lpstr>
      <vt:lpstr>슬라이드 21</vt:lpstr>
      <vt:lpstr>슬라이드 22</vt:lpstr>
      <vt:lpstr>슬라이드 23</vt:lpstr>
      <vt:lpstr>슬라이드 24</vt:lpstr>
      <vt:lpstr>슬라이드 25</vt:lpstr>
      <vt:lpstr>슬라이드 26</vt:lpstr>
      <vt:lpstr>슬라이드 27</vt:lpstr>
      <vt:lpstr>슬라이드 28</vt:lpstr>
      <vt:lpstr>슬라이드 29</vt:lpstr>
      <vt:lpstr>슬라이드 30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슬라이드 1</dc:title>
  <dc:creator>admin</dc:creator>
  <cp:lastModifiedBy>admin</cp:lastModifiedBy>
  <cp:revision>17</cp:revision>
  <dcterms:created xsi:type="dcterms:W3CDTF">2006-08-16T00:00:00Z</dcterms:created>
  <dcterms:modified xsi:type="dcterms:W3CDTF">2026-03-18T04:32:51Z</dcterms:modified>
</cp:coreProperties>
</file>